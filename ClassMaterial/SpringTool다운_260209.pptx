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55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92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611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64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4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00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88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75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08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92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36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003F6-402C-4E40-8259-438C74E555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03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7" y="330403"/>
            <a:ext cx="8571519" cy="4301892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394065" y="3832167"/>
            <a:ext cx="1404851" cy="38238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064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3</cp:revision>
  <dcterms:created xsi:type="dcterms:W3CDTF">2026-02-09T01:49:23Z</dcterms:created>
  <dcterms:modified xsi:type="dcterms:W3CDTF">2026-02-26T01:02:53Z</dcterms:modified>
</cp:coreProperties>
</file>