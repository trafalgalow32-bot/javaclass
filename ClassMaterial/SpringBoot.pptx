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CEBE-C719-44D9-A7CE-2D14DE3BDD0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C8B59-8CDC-4937-B974-1AA28B8EAD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795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CEBE-C719-44D9-A7CE-2D14DE3BDD0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C8B59-8CDC-4937-B974-1AA28B8EAD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99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CEBE-C719-44D9-A7CE-2D14DE3BDD0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C8B59-8CDC-4937-B974-1AA28B8EAD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187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CEBE-C719-44D9-A7CE-2D14DE3BDD0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C8B59-8CDC-4937-B974-1AA28B8EAD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694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CEBE-C719-44D9-A7CE-2D14DE3BDD0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C8B59-8CDC-4937-B974-1AA28B8EAD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61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CEBE-C719-44D9-A7CE-2D14DE3BDD0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C8B59-8CDC-4937-B974-1AA28B8EAD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9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CEBE-C719-44D9-A7CE-2D14DE3BDD0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C8B59-8CDC-4937-B974-1AA28B8EAD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046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CEBE-C719-44D9-A7CE-2D14DE3BDD0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C8B59-8CDC-4937-B974-1AA28B8EAD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924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CEBE-C719-44D9-A7CE-2D14DE3BDD0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C8B59-8CDC-4937-B974-1AA28B8EAD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928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CEBE-C719-44D9-A7CE-2D14DE3BDD0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C8B59-8CDC-4937-B974-1AA28B8EAD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197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CEBE-C719-44D9-A7CE-2D14DE3BDD0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C8B59-8CDC-4937-B974-1AA28B8EAD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81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8CEBE-C719-44D9-A7CE-2D14DE3BDD0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C8B59-8CDC-4937-B974-1AA28B8EAD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48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608" y="567165"/>
            <a:ext cx="4290785" cy="572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43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1</cp:revision>
  <dcterms:created xsi:type="dcterms:W3CDTF">2026-02-25T04:43:15Z</dcterms:created>
  <dcterms:modified xsi:type="dcterms:W3CDTF">2026-02-25T04:43:25Z</dcterms:modified>
</cp:coreProperties>
</file>