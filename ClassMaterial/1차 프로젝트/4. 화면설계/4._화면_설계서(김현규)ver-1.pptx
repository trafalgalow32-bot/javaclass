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5" r:id="rId7"/>
    <p:sldId id="263" r:id="rId8"/>
    <p:sldId id="264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프로젝트명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5841"/>
              </p:ext>
            </p:extLst>
          </p:nvPr>
        </p:nvGraphicFramePr>
        <p:xfrm>
          <a:off x="3541464" y="3871568"/>
          <a:ext cx="484044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796878"/>
              </p:ext>
            </p:extLst>
          </p:nvPr>
        </p:nvGraphicFramePr>
        <p:xfrm>
          <a:off x="871451" y="543452"/>
          <a:ext cx="10515600" cy="55910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613881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253394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메인</a:t>
                      </a:r>
                      <a:endParaRPr lang="en-US" altLang="ko-KR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PHC-MA-01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회원가입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PHC-LO-01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PHC-LO-02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랜딩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PHC-LA-01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상태 데이터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PHC-DA-01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DashStatus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상태 데이터를 반영한 영상 대시보드를 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사료급여 피드백 </a:t>
                      </a:r>
                      <a:r>
                        <a:rPr lang="en-US" altLang="ko-KR" sz="1600" dirty="0"/>
                        <a:t>UI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PHC-DA-02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FeedResult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사료 급여 명령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즉시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예약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전송 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결과에 대한 피드백 </a:t>
                      </a:r>
                      <a:r>
                        <a:rPr lang="en-US" altLang="ko-KR" sz="1600" dirty="0"/>
                        <a:t>UI </a:t>
                      </a:r>
                      <a:r>
                        <a:rPr lang="ko-KR" altLang="en-US" sz="1600" dirty="0"/>
                        <a:t>제공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갤러리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목록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PHC-GA-01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갤러리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상세보기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PHC-GA-02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945343"/>
              </p:ext>
            </p:extLst>
          </p:nvPr>
        </p:nvGraphicFramePr>
        <p:xfrm>
          <a:off x="538942" y="565955"/>
          <a:ext cx="10515600" cy="6078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펫관리</a:t>
                      </a:r>
                      <a:endParaRPr lang="ko-KR" alt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메인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PHC-PE-01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8278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펫관리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알림기록관리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PHC-PE-02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펫관리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조치기로관리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PHC-PE-03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환경설정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마이페이지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PHC-SE-01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MyPage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로그인한 사용자의 계정 정보 조회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이메일 확인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비밀번호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반려동물관리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PHC-SE-02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PetPage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사용자 계정에 등록된 반려동물 목록과 선택 개체의 상세 정보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디바이스관리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PHC-SE-03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DevicePage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등록된 디바이스의 연결 상태를 조회하고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기기 위치 등 설정 정보 업데이트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이벤트 및 </a:t>
                      </a:r>
                      <a:r>
                        <a:rPr lang="ko-KR" altLang="en-US" sz="1600" dirty="0" err="1"/>
                        <a:t>알림관리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PHC-SE-04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AlertPage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사용자가 이벤트 발생 조건과 알림 수신 여부를 설정</a:t>
                      </a:r>
                      <a:r>
                        <a:rPr lang="en-US" altLang="ko-KR" sz="1600" dirty="0"/>
                        <a:t>. </a:t>
                      </a:r>
                      <a:r>
                        <a:rPr lang="ko-KR" altLang="en-US" sz="1600" dirty="0"/>
                        <a:t>알림 수신 여부는 개별 이벤트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일괄 </a:t>
                      </a:r>
                      <a:r>
                        <a:rPr lang="en-US" altLang="ko-KR" sz="1600" dirty="0"/>
                        <a:t>on/off</a:t>
                      </a:r>
                      <a:r>
                        <a:rPr lang="ko-KR" altLang="en-US" sz="1600" dirty="0"/>
                        <a:t>로 구분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PHC-AD-01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AdPetData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관리자가 전체 반려동물 데이터를 조회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상세 조회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수정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195092"/>
              </p:ext>
            </p:extLst>
          </p:nvPr>
        </p:nvGraphicFramePr>
        <p:xfrm>
          <a:off x="829887" y="543452"/>
          <a:ext cx="10515600" cy="449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700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36764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PHC-AD-02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AdRole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관리자가 사용자의 권한을 관리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일반사용자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휴면사용자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관리자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PHC-SI-01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478810"/>
              </p:ext>
            </p:extLst>
          </p:nvPr>
        </p:nvGraphicFramePr>
        <p:xfrm>
          <a:off x="838200" y="1021822"/>
          <a:ext cx="10515600" cy="4814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3521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북한을 제외한 모든 국가 선택 가능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지원언어는 한국어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입점매장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위치지도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국내 카카오 </a:t>
                      </a:r>
                      <a:r>
                        <a:rPr lang="ko-KR" altLang="en-US" dirty="0" err="1"/>
                        <a:t>맵과</a:t>
                      </a:r>
                      <a:r>
                        <a:rPr lang="ko-KR" altLang="en-US" dirty="0"/>
                        <a:t> 연동 </a:t>
                      </a:r>
                      <a:r>
                        <a:rPr lang="en-US" altLang="ko-KR" dirty="0"/>
                        <a:t>(( </a:t>
                      </a:r>
                      <a:r>
                        <a:rPr lang="ko-KR" altLang="en-US" u="sng" dirty="0" err="1"/>
                        <a:t>카카오맵</a:t>
                      </a:r>
                      <a:r>
                        <a:rPr lang="ko-KR" altLang="en-US" u="sng" dirty="0"/>
                        <a:t> 혹은 </a:t>
                      </a:r>
                      <a:r>
                        <a:rPr lang="ko-KR" altLang="en-US" u="sng" dirty="0" err="1"/>
                        <a:t>구글맵</a:t>
                      </a:r>
                      <a:r>
                        <a:rPr lang="en-US" altLang="ko-KR" dirty="0"/>
                        <a:t>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E164 formatting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1:</a:t>
                      </a:r>
                      <a:r>
                        <a:rPr lang="ko-KR" altLang="en-US" dirty="0"/>
                        <a:t> 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통화명칭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타임존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3: 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108443"/>
              </p:ext>
            </p:extLst>
          </p:nvPr>
        </p:nvGraphicFramePr>
        <p:xfrm>
          <a:off x="838200" y="1221429"/>
          <a:ext cx="1051560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0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배너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제품소개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37119"/>
              </p:ext>
            </p:extLst>
          </p:nvPr>
        </p:nvGraphicFramePr>
        <p:xfrm>
          <a:off x="1411288" y="1660107"/>
          <a:ext cx="9369424" cy="227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420</Words>
  <Application>Microsoft Office PowerPoint</Application>
  <PresentationFormat>와이드스크린</PresentationFormat>
  <Paragraphs>211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HyunKyu KIM</cp:lastModifiedBy>
  <cp:revision>65</cp:revision>
  <dcterms:created xsi:type="dcterms:W3CDTF">2023-07-14T02:26:15Z</dcterms:created>
  <dcterms:modified xsi:type="dcterms:W3CDTF">2026-03-22T11:45:32Z</dcterms:modified>
</cp:coreProperties>
</file>