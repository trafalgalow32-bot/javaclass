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A341B-8062-46F0-A160-F4CEDB5DCF6D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A28C7-37EB-4620-AB56-152AC83EDC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1870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A341B-8062-46F0-A160-F4CEDB5DCF6D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A28C7-37EB-4620-AB56-152AC83EDC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4861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A341B-8062-46F0-A160-F4CEDB5DCF6D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A28C7-37EB-4620-AB56-152AC83EDC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5496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A341B-8062-46F0-A160-F4CEDB5DCF6D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A28C7-37EB-4620-AB56-152AC83EDC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5171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A341B-8062-46F0-A160-F4CEDB5DCF6D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A28C7-37EB-4620-AB56-152AC83EDC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3369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A341B-8062-46F0-A160-F4CEDB5DCF6D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A28C7-37EB-4620-AB56-152AC83EDC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2831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A341B-8062-46F0-A160-F4CEDB5DCF6D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A28C7-37EB-4620-AB56-152AC83EDC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9905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A341B-8062-46F0-A160-F4CEDB5DCF6D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A28C7-37EB-4620-AB56-152AC83EDC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7360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A341B-8062-46F0-A160-F4CEDB5DCF6D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A28C7-37EB-4620-AB56-152AC83EDC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5019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A341B-8062-46F0-A160-F4CEDB5DCF6D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A28C7-37EB-4620-AB56-152AC83EDC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184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A341B-8062-46F0-A160-F4CEDB5DCF6D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A28C7-37EB-4620-AB56-152AC83EDC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0152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3A341B-8062-46F0-A160-F4CEDB5DCF6D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8A28C7-37EB-4620-AB56-152AC83EDC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1915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839208" y="83128"/>
            <a:ext cx="4183844" cy="670005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4359437" y="363842"/>
            <a:ext cx="3143386" cy="267030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영상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타원 10"/>
          <p:cNvSpPr/>
          <p:nvPr/>
        </p:nvSpPr>
        <p:spPr>
          <a:xfrm>
            <a:off x="4781452" y="4761378"/>
            <a:ext cx="2315982" cy="195349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위쪽 화살표 11"/>
          <p:cNvSpPr/>
          <p:nvPr/>
        </p:nvSpPr>
        <p:spPr>
          <a:xfrm>
            <a:off x="5685904" y="4867721"/>
            <a:ext cx="490451" cy="532014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위쪽 화살표 12"/>
          <p:cNvSpPr/>
          <p:nvPr/>
        </p:nvSpPr>
        <p:spPr>
          <a:xfrm rot="5400000">
            <a:off x="6586201" y="5472118"/>
            <a:ext cx="490451" cy="532014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위쪽 화살표 13"/>
          <p:cNvSpPr/>
          <p:nvPr/>
        </p:nvSpPr>
        <p:spPr>
          <a:xfrm rot="16200000">
            <a:off x="4802234" y="5472117"/>
            <a:ext cx="490451" cy="532014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위쪽 화살표 14"/>
          <p:cNvSpPr/>
          <p:nvPr/>
        </p:nvSpPr>
        <p:spPr>
          <a:xfrm rot="10800000">
            <a:off x="5694217" y="6126379"/>
            <a:ext cx="490451" cy="532014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/>
          <p:cNvSpPr/>
          <p:nvPr/>
        </p:nvSpPr>
        <p:spPr>
          <a:xfrm>
            <a:off x="3839208" y="83128"/>
            <a:ext cx="4183844" cy="1809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/>
          <p:cNvSpPr/>
          <p:nvPr/>
        </p:nvSpPr>
        <p:spPr>
          <a:xfrm>
            <a:off x="4359437" y="3093205"/>
            <a:ext cx="3143386" cy="15909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/>
          <p:cNvSpPr/>
          <p:nvPr/>
        </p:nvSpPr>
        <p:spPr>
          <a:xfrm>
            <a:off x="4420704" y="3132184"/>
            <a:ext cx="720000" cy="720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err="1" smtClean="0">
                <a:solidFill>
                  <a:schemeClr val="tx1"/>
                </a:solidFill>
              </a:rPr>
              <a:t>야간모드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5191554" y="3132184"/>
            <a:ext cx="720000" cy="720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>
                <a:solidFill>
                  <a:schemeClr val="tx1"/>
                </a:solidFill>
              </a:rPr>
              <a:t>사료급여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5962404" y="3132184"/>
            <a:ext cx="720000" cy="720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식수 급여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6733253" y="3132184"/>
            <a:ext cx="720000" cy="720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solidFill>
                  <a:schemeClr val="tx1"/>
                </a:solidFill>
              </a:rPr>
              <a:t>오디오 제어</a:t>
            </a:r>
            <a:endParaRPr lang="en-US" altLang="ko-KR" sz="900" dirty="0" smtClean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 smtClean="0">
                <a:solidFill>
                  <a:schemeClr val="tx1"/>
                </a:solidFill>
              </a:rPr>
              <a:t>(</a:t>
            </a:r>
            <a:r>
              <a:rPr lang="ko-KR" altLang="en-US" sz="900" dirty="0" smtClean="0">
                <a:solidFill>
                  <a:schemeClr val="tx1"/>
                </a:solidFill>
              </a:rPr>
              <a:t>음성 송출</a:t>
            </a:r>
            <a:r>
              <a:rPr lang="en-US" altLang="ko-KR" sz="900" dirty="0" smtClean="0">
                <a:solidFill>
                  <a:schemeClr val="tx1"/>
                </a:solidFill>
              </a:rPr>
              <a:t>)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4420704" y="3908169"/>
            <a:ext cx="720000" cy="720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사진 캡처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5191554" y="3908169"/>
            <a:ext cx="720000" cy="720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tx1"/>
                </a:solidFill>
              </a:rPr>
              <a:t>동영상 녹화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5962404" y="3908169"/>
            <a:ext cx="720000" cy="720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tx1"/>
                </a:solidFill>
              </a:rPr>
              <a:t>화면 키우기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6733253" y="3908169"/>
            <a:ext cx="720000" cy="720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환경설정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7633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839208" y="83128"/>
            <a:ext cx="4183844" cy="670005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4359437" y="363842"/>
            <a:ext cx="3143386" cy="267030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타원 10"/>
          <p:cNvSpPr/>
          <p:nvPr/>
        </p:nvSpPr>
        <p:spPr>
          <a:xfrm>
            <a:off x="4781452" y="4761378"/>
            <a:ext cx="2315982" cy="195349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위쪽 화살표 11"/>
          <p:cNvSpPr/>
          <p:nvPr/>
        </p:nvSpPr>
        <p:spPr>
          <a:xfrm>
            <a:off x="5685904" y="4867721"/>
            <a:ext cx="490451" cy="532014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위쪽 화살표 12"/>
          <p:cNvSpPr/>
          <p:nvPr/>
        </p:nvSpPr>
        <p:spPr>
          <a:xfrm rot="5400000">
            <a:off x="6586201" y="5472118"/>
            <a:ext cx="490451" cy="532014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위쪽 화살표 13"/>
          <p:cNvSpPr/>
          <p:nvPr/>
        </p:nvSpPr>
        <p:spPr>
          <a:xfrm rot="16200000">
            <a:off x="4802234" y="5472117"/>
            <a:ext cx="490451" cy="532014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위쪽 화살표 14"/>
          <p:cNvSpPr/>
          <p:nvPr/>
        </p:nvSpPr>
        <p:spPr>
          <a:xfrm rot="10800000">
            <a:off x="5694217" y="6126379"/>
            <a:ext cx="490451" cy="532014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/>
          <p:cNvSpPr/>
          <p:nvPr/>
        </p:nvSpPr>
        <p:spPr>
          <a:xfrm>
            <a:off x="3839208" y="83128"/>
            <a:ext cx="4183844" cy="1809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/>
          <p:cNvSpPr/>
          <p:nvPr/>
        </p:nvSpPr>
        <p:spPr>
          <a:xfrm>
            <a:off x="4359437" y="3093205"/>
            <a:ext cx="3143386" cy="15909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/>
          <p:cNvSpPr/>
          <p:nvPr/>
        </p:nvSpPr>
        <p:spPr>
          <a:xfrm>
            <a:off x="4420704" y="3132184"/>
            <a:ext cx="720000" cy="720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5191554" y="3132184"/>
            <a:ext cx="720000" cy="720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5962404" y="3132184"/>
            <a:ext cx="720000" cy="720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6733253" y="3132184"/>
            <a:ext cx="720000" cy="720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4420704" y="3908169"/>
            <a:ext cx="720000" cy="720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5191554" y="3908169"/>
            <a:ext cx="720000" cy="720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5962404" y="3908169"/>
            <a:ext cx="720000" cy="720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6733253" y="3908169"/>
            <a:ext cx="720000" cy="720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00779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플로우를</a:t>
            </a:r>
            <a:r>
              <a:rPr lang="ko-KR" altLang="en-US" dirty="0" smtClean="0"/>
              <a:t> 어떻게 짜는가</a:t>
            </a:r>
            <a:r>
              <a:rPr lang="en-US" altLang="ko-KR" dirty="0" smtClean="0"/>
              <a:t>?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492968" y="3203509"/>
            <a:ext cx="2203580" cy="71845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메인 페이지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492968" y="1389918"/>
            <a:ext cx="2203580" cy="71845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렌딩</a:t>
            </a:r>
            <a:r>
              <a:rPr lang="ko-KR" altLang="en-US" dirty="0" smtClean="0">
                <a:solidFill>
                  <a:schemeClr val="tx1"/>
                </a:solidFill>
              </a:rPr>
              <a:t> 페이지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323254" y="4621762"/>
            <a:ext cx="2203580" cy="71845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환경설정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6514324" y="3203508"/>
            <a:ext cx="2203580" cy="71845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대시보드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3323254" y="3203508"/>
            <a:ext cx="2203580" cy="71845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로그인</a:t>
            </a:r>
            <a:r>
              <a:rPr lang="en-US" altLang="ko-KR" dirty="0" smtClean="0">
                <a:solidFill>
                  <a:schemeClr val="tx1"/>
                </a:solidFill>
              </a:rPr>
              <a:t>/</a:t>
            </a:r>
            <a:r>
              <a:rPr lang="ko-KR" altLang="en-US" dirty="0" smtClean="0">
                <a:solidFill>
                  <a:schemeClr val="tx1"/>
                </a:solidFill>
              </a:rPr>
              <a:t>회갑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6514324" y="4621761"/>
            <a:ext cx="2203580" cy="71845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미디어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6514324" y="1923951"/>
            <a:ext cx="2203580" cy="71845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>
                <a:solidFill>
                  <a:schemeClr val="tx1"/>
                </a:solidFill>
              </a:rPr>
              <a:t>펫관리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492968" y="5668637"/>
            <a:ext cx="2203580" cy="71845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관리자 페이지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20120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35</Words>
  <Application>Microsoft Office PowerPoint</Application>
  <PresentationFormat>와이드스크린</PresentationFormat>
  <Paragraphs>19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플로우를 어떻게 짜는가?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DW-203</dc:creator>
  <cp:lastModifiedBy>DW-203</cp:lastModifiedBy>
  <cp:revision>12</cp:revision>
  <dcterms:created xsi:type="dcterms:W3CDTF">2026-03-19T23:57:10Z</dcterms:created>
  <dcterms:modified xsi:type="dcterms:W3CDTF">2026-03-20T03:31:54Z</dcterms:modified>
</cp:coreProperties>
</file>