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51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84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9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25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23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03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20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46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01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6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96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4183844" cy="631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페이지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504815" y="0"/>
            <a:ext cx="687185" cy="6650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-1" y="1025235"/>
            <a:ext cx="12192001" cy="2748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0" y="1025235"/>
            <a:ext cx="2036618" cy="10695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반려 동물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데이터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N</a:t>
            </a:r>
            <a:r>
              <a:rPr lang="ko-KR" altLang="en-US" dirty="0" smtClean="0">
                <a:solidFill>
                  <a:schemeClr val="tx1"/>
                </a:solidFill>
              </a:rPr>
              <a:t>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-1" y="2704406"/>
            <a:ext cx="7007629" cy="10695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4702232"/>
            <a:ext cx="12192000" cy="21557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503813" y="2795844"/>
            <a:ext cx="2050587" cy="3851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503812" y="3289067"/>
            <a:ext cx="2050587" cy="3851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838306" y="2795844"/>
            <a:ext cx="1052945" cy="8783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63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4183844" cy="631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504815" y="0"/>
            <a:ext cx="687185" cy="6650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-1" y="1025235"/>
            <a:ext cx="12192001" cy="2748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0" y="1025235"/>
            <a:ext cx="2036618" cy="10695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-1" y="2704406"/>
            <a:ext cx="7007629" cy="10695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4702232"/>
            <a:ext cx="12192000" cy="21557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21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4183844" cy="631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페이지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권한 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504815" y="0"/>
            <a:ext cx="687185" cy="6650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-1" y="1025235"/>
            <a:ext cx="12192001" cy="58327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0" y="1025235"/>
            <a:ext cx="2610196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목록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1540625"/>
            <a:ext cx="12192000" cy="14602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0" y="1540625"/>
            <a:ext cx="12192000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0" y="1540625"/>
            <a:ext cx="648393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56705" y="1540625"/>
            <a:ext cx="648393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번호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305098" y="1540625"/>
            <a:ext cx="1305098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가입일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61019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성명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59941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아이디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58862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권한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57784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56705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755627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854548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953470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0515600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0" y="21710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0" y="248135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0" y="27335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656705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1305098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261019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V="1">
            <a:off x="359941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458862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557784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656705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755627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854548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953470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10515600" y="1885606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11504815" y="1874524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652548" y="1903616"/>
            <a:ext cx="648393" cy="2673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305097" y="1895303"/>
            <a:ext cx="1305098" cy="275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2026-03-20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618512" y="1903616"/>
            <a:ext cx="989215" cy="259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홍길동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616042" y="1903615"/>
            <a:ext cx="989215" cy="2743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hong12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596941" y="1897382"/>
            <a:ext cx="989215" cy="2743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594470" y="1903614"/>
            <a:ext cx="983664" cy="2791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91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4183844" cy="631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1504815" y="0"/>
            <a:ext cx="687185" cy="6650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-1" y="1025235"/>
            <a:ext cx="12192001" cy="58327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0" y="1025235"/>
            <a:ext cx="2610196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1540625"/>
            <a:ext cx="12192000" cy="14602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0" y="1540625"/>
            <a:ext cx="12192000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0" y="1540625"/>
            <a:ext cx="648393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56705" y="1540625"/>
            <a:ext cx="648393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305098" y="1540625"/>
            <a:ext cx="1305098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61019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59941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58862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57784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56705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755627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8545486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9534701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0515600" y="1540625"/>
            <a:ext cx="989215" cy="35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0" y="21710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0" y="248135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0" y="27335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656705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1305098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261019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V="1">
            <a:off x="359941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458862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557784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656705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755627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8545486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9534701" y="1895303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10515600" y="1885606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11504815" y="1874524"/>
            <a:ext cx="0" cy="110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652548" y="1903616"/>
            <a:ext cx="648393" cy="2673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305097" y="1895303"/>
            <a:ext cx="1305098" cy="275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618512" y="1903616"/>
            <a:ext cx="989215" cy="259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616042" y="1903615"/>
            <a:ext cx="989215" cy="2743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596941" y="1897382"/>
            <a:ext cx="989215" cy="2743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594470" y="1903614"/>
            <a:ext cx="983664" cy="2791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676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4183844" cy="631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 누른 화면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err="1" smtClean="0">
                <a:solidFill>
                  <a:schemeClr val="tx1"/>
                </a:solidFill>
              </a:rPr>
              <a:t>모달창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1097280"/>
            <a:ext cx="12192000" cy="5760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714897" y="2762597"/>
            <a:ext cx="11197240" cy="3095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Modal Title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909892"/>
              </p:ext>
            </p:extLst>
          </p:nvPr>
        </p:nvGraphicFramePr>
        <p:xfrm>
          <a:off x="714897" y="3072168"/>
          <a:ext cx="11197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448">
                  <a:extLst>
                    <a:ext uri="{9D8B030D-6E8A-4147-A177-3AD203B41FA5}">
                      <a16:colId xmlns:a16="http://schemas.microsoft.com/office/drawing/2014/main" val="529069996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2690817921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3121583765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476326724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4274833858"/>
                    </a:ext>
                  </a:extLst>
                </a:gridCol>
              </a:tblGrid>
              <a:tr h="338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유저명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가입일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최근 접속일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권한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020300"/>
                  </a:ext>
                </a:extLst>
              </a:tr>
              <a:tr h="3384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Hong12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홍길동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2020.10.01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2020.12.31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일반</a:t>
                      </a:r>
                      <a:r>
                        <a:rPr lang="ko-KR" altLang="en-US" sz="1400" baseline="0" dirty="0" smtClean="0"/>
                        <a:t>                  </a:t>
                      </a:r>
                      <a:r>
                        <a:rPr lang="ko-KR" altLang="en-US" sz="1400" dirty="0" smtClean="0"/>
                        <a:t>관리자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606539"/>
                  </a:ext>
                </a:extLst>
              </a:tr>
            </a:tbl>
          </a:graphicData>
        </a:graphic>
      </p:graphicFrame>
      <p:sp>
        <p:nvSpPr>
          <p:cNvPr id="7" name="순서도: 수행의 시작/종료 6"/>
          <p:cNvSpPr/>
          <p:nvPr/>
        </p:nvSpPr>
        <p:spPr>
          <a:xfrm>
            <a:off x="10224655" y="3437928"/>
            <a:ext cx="1064029" cy="337282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98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4183844" cy="6317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1097280"/>
            <a:ext cx="12192000" cy="5760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714897" y="2762597"/>
            <a:ext cx="11197240" cy="3095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23282"/>
              </p:ext>
            </p:extLst>
          </p:nvPr>
        </p:nvGraphicFramePr>
        <p:xfrm>
          <a:off x="714897" y="3072168"/>
          <a:ext cx="11197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448">
                  <a:extLst>
                    <a:ext uri="{9D8B030D-6E8A-4147-A177-3AD203B41FA5}">
                      <a16:colId xmlns:a16="http://schemas.microsoft.com/office/drawing/2014/main" val="529069996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2690817921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3121583765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476326724"/>
                    </a:ext>
                  </a:extLst>
                </a:gridCol>
                <a:gridCol w="2239448">
                  <a:extLst>
                    <a:ext uri="{9D8B030D-6E8A-4147-A177-3AD203B41FA5}">
                      <a16:colId xmlns:a16="http://schemas.microsoft.com/office/drawing/2014/main" val="4274833858"/>
                    </a:ext>
                  </a:extLst>
                </a:gridCol>
              </a:tblGrid>
              <a:tr h="338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유저명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가입일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최근 접속일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권한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020300"/>
                  </a:ext>
                </a:extLst>
              </a:tr>
              <a:tr h="33843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60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19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52</Words>
  <Application>Microsoft Office PowerPoint</Application>
  <PresentationFormat>와이드스크린</PresentationFormat>
  <Paragraphs>35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12</cp:revision>
  <dcterms:created xsi:type="dcterms:W3CDTF">2026-03-20T02:19:28Z</dcterms:created>
  <dcterms:modified xsi:type="dcterms:W3CDTF">2026-03-20T08:02:29Z</dcterms:modified>
</cp:coreProperties>
</file>