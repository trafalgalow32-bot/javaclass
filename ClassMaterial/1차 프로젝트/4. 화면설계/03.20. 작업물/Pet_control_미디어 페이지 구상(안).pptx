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0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511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840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96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254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232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034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20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46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01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6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1B758-0525-4F92-AEB9-87F1E6FCD31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39485-42FC-4EB8-A180-14D8F1D34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969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3839208" y="83128"/>
            <a:ext cx="4183844" cy="67000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39208" y="83128"/>
            <a:ext cx="4183844" cy="1809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131130" y="346196"/>
            <a:ext cx="3600000" cy="540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232054" y="643795"/>
            <a:ext cx="1080000" cy="108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5395211" y="643795"/>
            <a:ext cx="1080000" cy="108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6558368" y="643795"/>
            <a:ext cx="1080000" cy="108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232054" y="2021394"/>
            <a:ext cx="1080000" cy="108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395211" y="2021394"/>
            <a:ext cx="1080000" cy="108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558368" y="2021394"/>
            <a:ext cx="1080000" cy="108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232054" y="3398993"/>
            <a:ext cx="1080000" cy="108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5395211" y="3398993"/>
            <a:ext cx="1080000" cy="108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6558368" y="3398993"/>
            <a:ext cx="1080000" cy="108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4232054" y="5016083"/>
            <a:ext cx="3406314" cy="2370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1 2 3 4 5 6 7 8 9 …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63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3839208" y="83128"/>
            <a:ext cx="4183844" cy="67000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39208" y="83128"/>
            <a:ext cx="4183844" cy="1809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4004949" y="435190"/>
            <a:ext cx="3898079" cy="40435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사진 </a:t>
            </a:r>
            <a:r>
              <a:rPr lang="en-US" altLang="ko-KR" dirty="0" smtClean="0">
                <a:solidFill>
                  <a:schemeClr val="tx1"/>
                </a:solidFill>
              </a:rPr>
              <a:t>/ </a:t>
            </a:r>
            <a:r>
              <a:rPr lang="ko-KR" altLang="en-US" dirty="0" smtClean="0">
                <a:solidFill>
                  <a:schemeClr val="tx1"/>
                </a:solidFill>
              </a:rPr>
              <a:t>영상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496714" y="4241642"/>
            <a:ext cx="3406314" cy="2370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dirty="0" smtClean="0">
                <a:solidFill>
                  <a:schemeClr val="tx1"/>
                </a:solidFill>
              </a:rPr>
              <a:t>날짜 </a:t>
            </a:r>
            <a:r>
              <a:rPr lang="en-US" altLang="ko-KR" sz="1400" dirty="0" smtClean="0">
                <a:solidFill>
                  <a:schemeClr val="tx1"/>
                </a:solidFill>
              </a:rPr>
              <a:t>: 2026/03/20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823028" y="4547159"/>
            <a:ext cx="1080000" cy="3607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공유하기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946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</Words>
  <Application>Microsoft Office PowerPoint</Application>
  <PresentationFormat>와이드스크린</PresentationFormat>
  <Paragraphs>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5</cp:revision>
  <dcterms:created xsi:type="dcterms:W3CDTF">2026-03-20T02:19:28Z</dcterms:created>
  <dcterms:modified xsi:type="dcterms:W3CDTF">2026-03-20T02:35:25Z</dcterms:modified>
</cp:coreProperties>
</file>