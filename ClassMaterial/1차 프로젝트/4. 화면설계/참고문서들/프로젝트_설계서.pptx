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7" r:id="rId5"/>
    <p:sldId id="281" r:id="rId6"/>
    <p:sldId id="261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프로젝트명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5841"/>
              </p:ext>
            </p:extLst>
          </p:nvPr>
        </p:nvGraphicFramePr>
        <p:xfrm>
          <a:off x="3541464" y="3871568"/>
          <a:ext cx="484044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3AF88-3B9C-410E-BBAA-7B5AF46A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5C5117-9CD5-42FF-8518-94C127297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히스토리</a:t>
            </a:r>
            <a:endParaRPr lang="en-US" altLang="ko-KR" dirty="0"/>
          </a:p>
          <a:p>
            <a:r>
              <a:rPr lang="ko-KR" altLang="en-US" dirty="0"/>
              <a:t>메뉴구조</a:t>
            </a:r>
            <a:r>
              <a:rPr lang="en-US" altLang="ko-KR" dirty="0"/>
              <a:t>(</a:t>
            </a:r>
            <a:r>
              <a:rPr lang="ko-KR" altLang="en-US" dirty="0" err="1"/>
              <a:t>사이트맵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ko-KR" altLang="en-US" dirty="0" smtClean="0"/>
              <a:t>설계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아키텍처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DB</a:t>
            </a:r>
            <a:r>
              <a:rPr lang="ko-KR" altLang="en-US" dirty="0" smtClean="0"/>
              <a:t>설계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UI/UX</a:t>
            </a:r>
            <a:r>
              <a:rPr lang="ko-KR" altLang="en-US" dirty="0" smtClean="0"/>
              <a:t>설계</a:t>
            </a:r>
            <a:endParaRPr lang="en-US" altLang="ko-KR" dirty="0"/>
          </a:p>
          <a:p>
            <a:pPr lvl="1"/>
            <a:r>
              <a:rPr lang="en-US" altLang="ko-KR" dirty="0"/>
              <a:t>Flow-Chart</a:t>
            </a:r>
          </a:p>
          <a:p>
            <a:pPr lvl="1"/>
            <a:r>
              <a:rPr lang="ko-KR" altLang="en-US" dirty="0"/>
              <a:t>정책</a:t>
            </a:r>
            <a:endParaRPr lang="en-US" altLang="ko-KR" dirty="0"/>
          </a:p>
          <a:p>
            <a:pPr lvl="1"/>
            <a:r>
              <a:rPr lang="ko-KR" altLang="en-US" smtClean="0"/>
              <a:t>권한</a:t>
            </a:r>
            <a:endParaRPr lang="en-US" altLang="ko-KR" dirty="0"/>
          </a:p>
          <a:p>
            <a:pPr lvl="1"/>
            <a:r>
              <a:rPr lang="ko-KR" altLang="en-US" dirty="0"/>
              <a:t>유효성검사</a:t>
            </a:r>
            <a:endParaRPr lang="en-US" altLang="ko-KR" dirty="0"/>
          </a:p>
          <a:p>
            <a:r>
              <a:rPr lang="ko-KR" altLang="en-US" dirty="0"/>
              <a:t>마무리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4899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611220" cy="543452"/>
          </a:xfrm>
        </p:spPr>
        <p:txBody>
          <a:bodyPr>
            <a:normAutofit/>
          </a:bodyPr>
          <a:lstStyle/>
          <a:p>
            <a:r>
              <a:rPr lang="ko-KR" altLang="en-US" sz="1800" dirty="0" smtClean="0"/>
              <a:t>설계</a:t>
            </a:r>
            <a:r>
              <a:rPr lang="en-US" altLang="ko-KR" sz="1800" dirty="0" smtClean="0"/>
              <a:t>-</a:t>
            </a:r>
            <a:r>
              <a:rPr lang="ko-KR" altLang="en-US" sz="1800" dirty="0" smtClean="0"/>
              <a:t>아키텍처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74513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DB</a:t>
            </a:r>
            <a:r>
              <a:rPr lang="ko-KR" altLang="en-US" sz="1800" dirty="0" smtClean="0"/>
              <a:t>설계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5512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816120"/>
              </p:ext>
            </p:extLst>
          </p:nvPr>
        </p:nvGraphicFramePr>
        <p:xfrm>
          <a:off x="838200" y="1419225"/>
          <a:ext cx="10515600" cy="461519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38278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화면 목록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793034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 smtClean="0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smtClean="0"/>
                        <a:t>요구사항 </a:t>
                      </a:r>
                      <a:r>
                        <a:rPr lang="en-US" altLang="ko-KR" sz="1400" b="1" dirty="0" smtClean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기능 명세서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</a:t>
            </a:r>
            <a:r>
              <a:rPr lang="en-US" altLang="ko-KR" sz="1800" dirty="0" smtClean="0"/>
              <a:t>- UI/UX</a:t>
            </a:r>
            <a:r>
              <a:rPr lang="ko-KR" altLang="en-US" sz="1800" dirty="0" smtClean="0"/>
              <a:t>설계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-9521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Flow Chart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361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353922"/>
              </p:ext>
            </p:extLst>
          </p:nvPr>
        </p:nvGraphicFramePr>
        <p:xfrm>
          <a:off x="838200" y="1021822"/>
          <a:ext cx="10515600" cy="4814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3521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북한을 제외한 모든 국가 선택 가능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지원언어는 한국어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입점매장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위치지도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국내 카카오 </a:t>
                      </a:r>
                      <a:r>
                        <a:rPr lang="ko-KR" altLang="en-US" dirty="0" err="1"/>
                        <a:t>맵과</a:t>
                      </a:r>
                      <a:r>
                        <a:rPr lang="ko-KR" altLang="en-US" dirty="0"/>
                        <a:t> 연동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E164 formatting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1:</a:t>
                      </a:r>
                      <a:r>
                        <a:rPr lang="ko-KR" altLang="en-US" dirty="0"/>
                        <a:t> 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통화명칭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타임존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3: 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정책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108443"/>
              </p:ext>
            </p:extLst>
          </p:nvPr>
        </p:nvGraphicFramePr>
        <p:xfrm>
          <a:off x="838200" y="1221429"/>
          <a:ext cx="1051560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0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배너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제품소개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권한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37119"/>
              </p:ext>
            </p:extLst>
          </p:nvPr>
        </p:nvGraphicFramePr>
        <p:xfrm>
          <a:off x="1411288" y="1660107"/>
          <a:ext cx="9369424" cy="227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 smtClean="0"/>
              <a:t>설계 </a:t>
            </a:r>
            <a:r>
              <a:rPr lang="en-US" altLang="ko-KR" sz="1800" dirty="0" smtClean="0"/>
              <a:t>– </a:t>
            </a:r>
            <a:r>
              <a:rPr lang="ko-KR" altLang="en-US" sz="1800" dirty="0" smtClean="0"/>
              <a:t>유효성 검사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253</Words>
  <Application>Microsoft Office PowerPoint</Application>
  <PresentationFormat>와이드스크린</PresentationFormat>
  <Paragraphs>147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PowerPoint 프레젠테이션</vt:lpstr>
      <vt:lpstr>목차</vt:lpstr>
      <vt:lpstr>히스토리</vt:lpstr>
      <vt:lpstr>설계-아키텍처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dw-201</cp:lastModifiedBy>
  <cp:revision>60</cp:revision>
  <dcterms:created xsi:type="dcterms:W3CDTF">2023-07-14T02:26:15Z</dcterms:created>
  <dcterms:modified xsi:type="dcterms:W3CDTF">2025-04-03T00:11:01Z</dcterms:modified>
</cp:coreProperties>
</file>