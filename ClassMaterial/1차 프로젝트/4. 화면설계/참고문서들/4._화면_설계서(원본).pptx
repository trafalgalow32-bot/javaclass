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5" r:id="rId5"/>
    <p:sldId id="263" r:id="rId6"/>
    <p:sldId id="264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프로젝트명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65841"/>
              </p:ext>
            </p:extLst>
          </p:nvPr>
        </p:nvGraphicFramePr>
        <p:xfrm>
          <a:off x="3541464" y="3871568"/>
          <a:ext cx="4840448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816120"/>
              </p:ext>
            </p:extLst>
          </p:nvPr>
        </p:nvGraphicFramePr>
        <p:xfrm>
          <a:off x="838200" y="1419225"/>
          <a:ext cx="10515600" cy="46151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582670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439719"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38278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49404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793034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31430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871755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353922"/>
              </p:ext>
            </p:extLst>
          </p:nvPr>
        </p:nvGraphicFramePr>
        <p:xfrm>
          <a:off x="838200" y="1021822"/>
          <a:ext cx="10515600" cy="48143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3521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66384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북한을 제외한 모든 국가 선택 가능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지원언어는 한국어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영어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663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입점매장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위치지도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국내 카카오 </a:t>
                      </a:r>
                      <a:r>
                        <a:rPr lang="ko-KR" altLang="en-US" dirty="0" err="1"/>
                        <a:t>맵과</a:t>
                      </a:r>
                      <a:r>
                        <a:rPr lang="ko-KR" altLang="en-US" dirty="0"/>
                        <a:t> 연동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4834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E164 formatting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지역코드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>
                          <a:sym typeface="Wingdings" panose="05000000000000000000" pitchFamily="2" charset="2"/>
                        </a:rPr>
                        <a:t>Case 2: 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1:</a:t>
                      </a:r>
                      <a:r>
                        <a:rPr lang="ko-KR" altLang="en-US" dirty="0"/>
                        <a:t> 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통화명칭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타임존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3: 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030166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108443"/>
              </p:ext>
            </p:extLst>
          </p:nvPr>
        </p:nvGraphicFramePr>
        <p:xfrm>
          <a:off x="838200" y="1221429"/>
          <a:ext cx="1051560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0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배너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제품소개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63271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6DE18-1C9C-43CB-82E9-B019349A7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37119"/>
              </p:ext>
            </p:extLst>
          </p:nvPr>
        </p:nvGraphicFramePr>
        <p:xfrm>
          <a:off x="1411288" y="1660107"/>
          <a:ext cx="9369424" cy="2271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574304036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537019085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1538042651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2670803437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71312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118500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631364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646237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918615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24318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948501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3080871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231</Words>
  <Application>Microsoft Office PowerPoint</Application>
  <PresentationFormat>와이드스크린</PresentationFormat>
  <Paragraphs>132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계림 전</cp:lastModifiedBy>
  <cp:revision>61</cp:revision>
  <dcterms:created xsi:type="dcterms:W3CDTF">2023-07-14T02:26:15Z</dcterms:created>
  <dcterms:modified xsi:type="dcterms:W3CDTF">2026-03-20T04:54:52Z</dcterms:modified>
</cp:coreProperties>
</file>