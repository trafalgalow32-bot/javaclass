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1" r:id="rId5"/>
    <p:sldId id="268" r:id="rId6"/>
    <p:sldId id="269" r:id="rId7"/>
    <p:sldId id="265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프로젝트명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65841"/>
              </p:ext>
            </p:extLst>
          </p:nvPr>
        </p:nvGraphicFramePr>
        <p:xfrm>
          <a:off x="3541464" y="3871568"/>
          <a:ext cx="4840448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865553"/>
              </p:ext>
            </p:extLst>
          </p:nvPr>
        </p:nvGraphicFramePr>
        <p:xfrm>
          <a:off x="705196" y="753864"/>
          <a:ext cx="10515600" cy="63834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613881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253394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PHC-MA-01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로그인 상태에 따라 주요 메뉴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반려동물 상태 요약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알림 요약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최근 이벤트 정보를 통합 제공하는 메인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F-001, F-002 / UR-001~UR-011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7943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Main(</a:t>
                      </a:r>
                      <a:r>
                        <a:rPr lang="en-US" altLang="ko-KR" sz="1600" dirty="0" err="1" smtClean="0"/>
                        <a:t>NonSignIn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PHC-MA-02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Main(N)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비로그인</a:t>
                      </a:r>
                      <a:r>
                        <a:rPr lang="ko-KR" altLang="en-US" sz="1600" dirty="0" smtClean="0"/>
                        <a:t> 상태로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화면 표시 내용을 제한적으로 공개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F-001, F-002 / UR-001~UR-011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020735"/>
                  </a:ext>
                </a:extLst>
              </a:tr>
              <a:tr h="439719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SignUp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PHC-LO-01</a:t>
                      </a:r>
                      <a:endParaRPr lang="ko-KR" altLang="en-US" sz="1600" dirty="0" smtClean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SignUp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사용자 기본정보 입력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필수값</a:t>
                      </a:r>
                      <a:r>
                        <a:rPr lang="ko-KR" altLang="en-US" sz="1600" dirty="0" smtClean="0"/>
                        <a:t> 검증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중복 확인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이메일 인증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가입 완료 안내를 처리하는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F-003, F-004 / UR-012~UR-019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PHC-LO-02</a:t>
                      </a:r>
                      <a:endParaRPr lang="ko-KR" altLang="en-US" sz="1600" dirty="0" smtClean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아이디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비밀번호를 검증하여 로그인 처리하고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실패 시 오류 메시지와 회원가입 유도 정보를 제공하는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F-005 / UR-020~UR-023, UR-004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Landing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PHC-LA-01</a:t>
                      </a:r>
                      <a:endParaRPr lang="ko-KR" altLang="en-US" sz="1600" dirty="0" smtClean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Landing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서비스 소개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주요 기능 안내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인터랙션</a:t>
                      </a:r>
                      <a:r>
                        <a:rPr lang="ko-KR" altLang="en-US" sz="1600" dirty="0" smtClean="0"/>
                        <a:t> 요소를 통해 사용자의 첫 진입 경험을 제공하는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F-006 / UR-024~UR-027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DashBoard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PHC-DA-01</a:t>
                      </a:r>
                      <a:endParaRPr lang="ko-KR" altLang="en-US" sz="1600" dirty="0" smtClean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DashBoard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실시간 영상</a:t>
                      </a:r>
                      <a:r>
                        <a:rPr lang="en-US" altLang="ko-KR" sz="1600" dirty="0" smtClean="0"/>
                        <a:t>, PTZ </a:t>
                      </a:r>
                      <a:r>
                        <a:rPr lang="ko-KR" altLang="en-US" sz="1600" dirty="0" smtClean="0"/>
                        <a:t>제어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양방향 오디오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급여 제어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환경 데이터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위험 알림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상태 시각화를 통합 제공하는 핵심 관제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F-018~F-028 / UR-055~UR-074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5010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511537"/>
              </p:ext>
            </p:extLst>
          </p:nvPr>
        </p:nvGraphicFramePr>
        <p:xfrm>
          <a:off x="538942" y="565955"/>
          <a:ext cx="10515600" cy="41539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9982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69893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582670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439719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Gallery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List</a:t>
                      </a:r>
                      <a:endParaRPr lang="en-US" altLang="ko-KR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PHC-GA-01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GalleryList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저장된 하이라이트 이미지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영상 목록을 갤러리 형태로 조회하고 조건에 따라 탐색하는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F-007 / UR-028, UR-029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Detail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PHC-GA-02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GalleryDetail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선택한 미디어의 상세 정보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유형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알림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/SNS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설정을 확인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F-007, F-009 / UR-029~UR-032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879438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PetManage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PHC-PE-01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선택한 반려동물 기준으로 </a:t>
                      </a:r>
                      <a:r>
                        <a:rPr lang="ko-KR" altLang="en-US" sz="1600" dirty="0" err="1" smtClean="0"/>
                        <a:t>알림기록과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조치기록</a:t>
                      </a:r>
                      <a:r>
                        <a:rPr lang="ko-KR" altLang="en-US" sz="1600" dirty="0" smtClean="0"/>
                        <a:t> 조회 기능으로 이동할 수 있는 </a:t>
                      </a:r>
                      <a:r>
                        <a:rPr lang="ko-KR" altLang="en-US" sz="1600" dirty="0" err="1" smtClean="0"/>
                        <a:t>펫관리</a:t>
                      </a:r>
                      <a:r>
                        <a:rPr lang="ko-KR" altLang="en-US" sz="1600" dirty="0" smtClean="0"/>
                        <a:t> 메인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F-010, F-011, F-012 / UR-034~UR-039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7943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AlertRecord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PHC-PE-02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b="0" dirty="0" err="1" smtClean="0"/>
                        <a:t>AlertRecord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선택한 반려동물의 </a:t>
                      </a:r>
                      <a:r>
                        <a:rPr lang="ko-KR" altLang="en-US" sz="1600" dirty="0" err="1" smtClean="0"/>
                        <a:t>알림기록을</a:t>
                      </a:r>
                      <a:r>
                        <a:rPr lang="ko-KR" altLang="en-US" sz="1600" dirty="0" smtClean="0"/>
                        <a:t> 기간별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종류별로 조회하고 연관 이벤트 메시지를 확인하는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F-010 / UR-034, UR-035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979892"/>
              </p:ext>
            </p:extLst>
          </p:nvPr>
        </p:nvGraphicFramePr>
        <p:xfrm>
          <a:off x="829887" y="543452"/>
          <a:ext cx="10515600" cy="58958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582670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PetManage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ActionRecord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PHC-PE-03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ActionRecord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선택한 반려동물의 수동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자동 조치 이력을 유형과 </a:t>
                      </a:r>
                      <a:r>
                        <a:rPr lang="ko-KR" altLang="en-US" sz="1600" dirty="0" err="1" smtClean="0"/>
                        <a:t>방식별로</a:t>
                      </a:r>
                      <a:r>
                        <a:rPr lang="ko-KR" altLang="en-US" sz="1600" dirty="0" smtClean="0"/>
                        <a:t> 조회하는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F-011 / UR-036, UR-037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MyPage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PHC-SE-01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MyPage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사용자 계정 정보 조회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이메일 확인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비밀번호 변경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로그아웃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회원 탈퇴를 처리하는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F-013 / UR-040~UR-042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PHC-SE-02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반려동물 목록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상세 조회와 등록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수정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삭제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프로필 이미지 관리 기능을 제공하는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F-015, F-016 / UR-045~UR-051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DeviceSetting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PHC-SE-03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DeviceSetting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등록된 디바이스의 연결 상태를 조회하고 위치 등 설정 정보를 변경하는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F-014 / UR-043, UR-044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AlertEventSet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PHC-SE-04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AlertEventSet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이벤트 발생 조건과 알림 수신 여부를 개별 또는 일괄 </a:t>
                      </a:r>
                      <a:r>
                        <a:rPr lang="en-US" altLang="ko-KR" sz="1600" dirty="0" smtClean="0"/>
                        <a:t>ON/OFF</a:t>
                      </a:r>
                      <a:r>
                        <a:rPr lang="ko-KR" altLang="en-US" sz="1600" dirty="0" smtClean="0"/>
                        <a:t>로 설정하는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F-017 / UR-052~UR-054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Admin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AdminData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PHC-AD-01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AdminData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전체 반려동물 데이터 조회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err="1" smtClean="0"/>
                        <a:t>상세조회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수정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삭제를 수행하는 관리자용 데이터 관리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F-029 / ADM-001~ADM-004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02331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990728"/>
              </p:ext>
            </p:extLst>
          </p:nvPr>
        </p:nvGraphicFramePr>
        <p:xfrm>
          <a:off x="730134" y="271726"/>
          <a:ext cx="10515600" cy="6296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613881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253394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Admin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Role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PHC-AD-02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AdminRole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관리자가 사용자의 권한을 관리</a:t>
                      </a:r>
                      <a:endParaRPr lang="en-US" altLang="ko-KR" sz="1600" dirty="0" smtClean="0"/>
                    </a:p>
                    <a:p>
                      <a:pPr latinLnBrk="1"/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관리자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일반사용자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휴면사용자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F-031 / ADM-009, ADM-010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Simulation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PHC-SI-01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Simulation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반려동물 상태 데이터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심박수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체온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활동량 등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입력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전송하고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판별 → 알림 푸시 → 조치 기록까지 전체 데이터 흐름 루프를 검증하는 관리자 전용 화면</a:t>
                      </a:r>
                    </a:p>
                    <a:p>
                      <a:r>
                        <a:rPr lang="ko-KR" altLang="en-US" sz="1600" dirty="0" smtClean="0"/>
                        <a:t/>
                      </a:r>
                      <a:br>
                        <a:rPr lang="ko-KR" altLang="en-US" sz="1600" dirty="0" smtClean="0"/>
                      </a:b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F-032, F-033 / ADM-011~ADM-017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494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57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793034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31430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87175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353922"/>
              </p:ext>
            </p:extLst>
          </p:nvPr>
        </p:nvGraphicFramePr>
        <p:xfrm>
          <a:off x="838200" y="1021822"/>
          <a:ext cx="10515600" cy="48143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3521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66384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북한을 제외한 모든 국가 선택 가능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지원언어는 한국어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영어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663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입점매장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위치지도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국내 카카오 </a:t>
                      </a:r>
                      <a:r>
                        <a:rPr lang="ko-KR" altLang="en-US" dirty="0" err="1"/>
                        <a:t>맵과</a:t>
                      </a:r>
                      <a:r>
                        <a:rPr lang="ko-KR" altLang="en-US" dirty="0"/>
                        <a:t> 연동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4834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E164 formatting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지역코드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>
                          <a:sym typeface="Wingdings" panose="05000000000000000000" pitchFamily="2" charset="2"/>
                        </a:rPr>
                        <a:t>Case 2: 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1:</a:t>
                      </a:r>
                      <a:r>
                        <a:rPr lang="ko-KR" altLang="en-US" dirty="0"/>
                        <a:t> 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통화명칭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타임존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3: 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030166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108443"/>
              </p:ext>
            </p:extLst>
          </p:nvPr>
        </p:nvGraphicFramePr>
        <p:xfrm>
          <a:off x="838200" y="1221429"/>
          <a:ext cx="1051560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0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배너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제품소개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63271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6DE18-1C9C-43CB-82E9-B019349A7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37119"/>
              </p:ext>
            </p:extLst>
          </p:nvPr>
        </p:nvGraphicFramePr>
        <p:xfrm>
          <a:off x="1411288" y="1660107"/>
          <a:ext cx="9369424" cy="2271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574304036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537019085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1538042651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2670803437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71312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118500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631364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646237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918615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24318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948501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3080871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688</Words>
  <Application>Microsoft Office PowerPoint</Application>
  <PresentationFormat>와이드스크린</PresentationFormat>
  <Paragraphs>252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DW-203</cp:lastModifiedBy>
  <cp:revision>72</cp:revision>
  <dcterms:created xsi:type="dcterms:W3CDTF">2023-07-14T02:26:15Z</dcterms:created>
  <dcterms:modified xsi:type="dcterms:W3CDTF">2026-03-23T03:00:09Z</dcterms:modified>
</cp:coreProperties>
</file>