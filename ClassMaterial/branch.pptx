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039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49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6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207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47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60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15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86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8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709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11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CEE11-E9D7-42A4-9B97-6FD433DFF9D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B8B93-AE21-497B-B099-D7CCC4AD8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10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2" y="78654"/>
            <a:ext cx="10190105" cy="487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9" y="453948"/>
            <a:ext cx="9284934" cy="234238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9" y="3129639"/>
            <a:ext cx="4141197" cy="237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2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65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85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10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8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20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8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94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92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87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2</cp:revision>
  <dcterms:created xsi:type="dcterms:W3CDTF">2026-02-10T01:29:54Z</dcterms:created>
  <dcterms:modified xsi:type="dcterms:W3CDTF">2026-02-10T08:46:00Z</dcterms:modified>
</cp:coreProperties>
</file>