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84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52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53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21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616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75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4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61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66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84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75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0FFAC-9246-4E49-A4B4-8082384072C0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E32BE-3E4D-4EAF-A25E-8FD5E3BFE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17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99" y="394598"/>
            <a:ext cx="2791215" cy="365811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745" y="394598"/>
            <a:ext cx="7142958" cy="423710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94400" y="842720"/>
            <a:ext cx="411936" cy="22962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55360" y="3688443"/>
            <a:ext cx="2612036" cy="26010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118799" y="1460633"/>
            <a:ext cx="475665" cy="6508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646167" y="4305993"/>
            <a:ext cx="722277" cy="17456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92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03271" cy="351357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151" y="-23661"/>
            <a:ext cx="5861865" cy="3537231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6881098" y="606829"/>
            <a:ext cx="592044" cy="14963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393418" y="1612669"/>
            <a:ext cx="2044000" cy="13300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7331825" y="3765665"/>
            <a:ext cx="4666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만약 </a:t>
            </a:r>
            <a:r>
              <a:rPr lang="en-US" altLang="ko-KR" dirty="0" smtClean="0">
                <a:solidFill>
                  <a:srgbClr val="FF0000"/>
                </a:solidFill>
              </a:rPr>
              <a:t>test connection </a:t>
            </a:r>
            <a:r>
              <a:rPr lang="ko-KR" altLang="en-US" dirty="0" smtClean="0">
                <a:solidFill>
                  <a:srgbClr val="FF0000"/>
                </a:solidFill>
              </a:rPr>
              <a:t>했는데 </a:t>
            </a:r>
            <a:r>
              <a:rPr lang="ko-KR" altLang="en-US" dirty="0" err="1" smtClean="0">
                <a:solidFill>
                  <a:srgbClr val="FF0000"/>
                </a:solidFill>
              </a:rPr>
              <a:t>오류나면</a:t>
            </a:r>
            <a:r>
              <a:rPr lang="ko-KR" altLang="en-US" dirty="0" smtClean="0">
                <a:solidFill>
                  <a:srgbClr val="FF0000"/>
                </a:solidFill>
              </a:rPr>
              <a:t> 위와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같이 조치</a:t>
            </a:r>
            <a:r>
              <a:rPr lang="en-US" altLang="ko-KR" dirty="0" smtClean="0">
                <a:solidFill>
                  <a:srgbClr val="FF0000"/>
                </a:solidFill>
              </a:rPr>
              <a:t>!!!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-1" y="3236422"/>
            <a:ext cx="789709" cy="13854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0" y="3602181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↑ 후 연결됐다는 안내문 뜨면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475018" y="3236422"/>
            <a:ext cx="678873" cy="13854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475018" y="3417515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완료 클릭</a:t>
            </a:r>
            <a:r>
              <a:rPr lang="en-US" altLang="ko-KR" dirty="0" smtClean="0">
                <a:solidFill>
                  <a:srgbClr val="FF0000"/>
                </a:solidFill>
              </a:rPr>
              <a:t>!!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85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46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34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93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71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867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</Words>
  <Application>Microsoft Office PowerPoint</Application>
  <PresentationFormat>와이드스크린</PresentationFormat>
  <Paragraphs>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4</cp:revision>
  <dcterms:created xsi:type="dcterms:W3CDTF">2026-02-09T01:21:49Z</dcterms:created>
  <dcterms:modified xsi:type="dcterms:W3CDTF">2026-02-09T01:35:42Z</dcterms:modified>
</cp:coreProperties>
</file>