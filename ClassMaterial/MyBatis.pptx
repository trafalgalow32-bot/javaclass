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7FDD-C449-4209-9C0E-4AFAB45F484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66738-2282-4C65-88FF-226C1A1B8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570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7FDD-C449-4209-9C0E-4AFAB45F484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66738-2282-4C65-88FF-226C1A1B8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158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7FDD-C449-4209-9C0E-4AFAB45F484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66738-2282-4C65-88FF-226C1A1B8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203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7FDD-C449-4209-9C0E-4AFAB45F484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66738-2282-4C65-88FF-226C1A1B8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95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7FDD-C449-4209-9C0E-4AFAB45F484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66738-2282-4C65-88FF-226C1A1B8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786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7FDD-C449-4209-9C0E-4AFAB45F484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66738-2282-4C65-88FF-226C1A1B8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406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7FDD-C449-4209-9C0E-4AFAB45F484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66738-2282-4C65-88FF-226C1A1B8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12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7FDD-C449-4209-9C0E-4AFAB45F484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66738-2282-4C65-88FF-226C1A1B8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281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7FDD-C449-4209-9C0E-4AFAB45F484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66738-2282-4C65-88FF-226C1A1B8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371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7FDD-C449-4209-9C0E-4AFAB45F484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66738-2282-4C65-88FF-226C1A1B8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52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7FDD-C449-4209-9C0E-4AFAB45F484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66738-2282-4C65-88FF-226C1A1B8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674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A7FDD-C449-4209-9C0E-4AFAB45F484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66738-2282-4C65-88FF-226C1A1B87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56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66" y="68341"/>
            <a:ext cx="9817708" cy="507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34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5935"/>
            <a:ext cx="11250523" cy="541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601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209116" cy="538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508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67" y="0"/>
            <a:ext cx="10227748" cy="493642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2629" y="4086854"/>
            <a:ext cx="9227558" cy="21590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2244" y="362220"/>
            <a:ext cx="664316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복붙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/>
              <a:t>&lt;!</a:t>
            </a:r>
            <a:r>
              <a:rPr lang="en-US" altLang="ko-KR" b="1" dirty="0"/>
              <a:t>DOCTYPE</a:t>
            </a:r>
            <a:r>
              <a:rPr lang="en-US" altLang="ko-KR" dirty="0"/>
              <a:t> mapper</a:t>
            </a:r>
          </a:p>
          <a:p>
            <a:r>
              <a:rPr lang="en-US" altLang="ko-KR" dirty="0"/>
              <a:t>PUBLIC "-//mybatis.org//DTD Mapper 3.0//EN"</a:t>
            </a:r>
          </a:p>
          <a:p>
            <a:r>
              <a:rPr lang="en-US" altLang="ko-KR" dirty="0"/>
              <a:t>"</a:t>
            </a:r>
            <a:r>
              <a:rPr lang="en-US" altLang="ko-KR" u="sng" dirty="0"/>
              <a:t>https://mybatis.org/</a:t>
            </a:r>
            <a:r>
              <a:rPr lang="en-US" altLang="ko-KR" u="sng" dirty="0" err="1"/>
              <a:t>dtd</a:t>
            </a:r>
            <a:r>
              <a:rPr lang="en-US" altLang="ko-KR" u="sng" dirty="0"/>
              <a:t>/mybatis-3-mapper.dtd</a:t>
            </a:r>
            <a:r>
              <a:rPr lang="en-US" altLang="ko-KR" dirty="0"/>
              <a:t>"&gt;</a:t>
            </a:r>
          </a:p>
          <a:p>
            <a:r>
              <a:rPr lang="en-US" altLang="ko-KR" dirty="0"/>
              <a:t>&lt;</a:t>
            </a:r>
            <a:r>
              <a:rPr lang="en-US" altLang="ko-KR" b="1" u="sng" dirty="0"/>
              <a:t>mapper</a:t>
            </a:r>
            <a:r>
              <a:rPr lang="en-US" altLang="ko-KR" dirty="0"/>
              <a:t> namespace=</a:t>
            </a:r>
            <a:r>
              <a:rPr lang="en-US" altLang="ko-KR" i="1" dirty="0"/>
              <a:t>"</a:t>
            </a:r>
            <a:r>
              <a:rPr lang="en-US" altLang="ko-KR" i="1" dirty="0" err="1"/>
              <a:t>org.mybatis.example.BlogMapper</a:t>
            </a:r>
            <a:r>
              <a:rPr lang="en-US" altLang="ko-KR" i="1" dirty="0"/>
              <a:t>"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&lt;</a:t>
            </a:r>
            <a:r>
              <a:rPr lang="en-US" altLang="ko-KR" b="1" u="sng" dirty="0"/>
              <a:t>select</a:t>
            </a:r>
            <a:r>
              <a:rPr lang="en-US" altLang="ko-KR" dirty="0"/>
              <a:t> id=</a:t>
            </a:r>
            <a:r>
              <a:rPr lang="en-US" altLang="ko-KR" i="1" dirty="0"/>
              <a:t>"</a:t>
            </a:r>
            <a:r>
              <a:rPr lang="en-US" altLang="ko-KR" i="1" dirty="0" err="1"/>
              <a:t>selectBlog</a:t>
            </a:r>
            <a:r>
              <a:rPr lang="en-US" altLang="ko-KR" i="1" dirty="0"/>
              <a:t>"</a:t>
            </a:r>
            <a:r>
              <a:rPr lang="en-US" altLang="ko-KR" dirty="0"/>
              <a:t> </a:t>
            </a:r>
            <a:r>
              <a:rPr lang="en-US" altLang="ko-KR" dirty="0" err="1"/>
              <a:t>resultType</a:t>
            </a:r>
            <a:r>
              <a:rPr lang="en-US" altLang="ko-KR" dirty="0"/>
              <a:t>=</a:t>
            </a:r>
            <a:r>
              <a:rPr lang="en-US" altLang="ko-KR" i="1" dirty="0"/>
              <a:t>"Blog"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select * from Blog where id = #{id}</a:t>
            </a:r>
          </a:p>
          <a:p>
            <a:r>
              <a:rPr lang="en-US" altLang="ko-KR" dirty="0"/>
              <a:t>&lt;/</a:t>
            </a:r>
            <a:r>
              <a:rPr lang="en-US" altLang="ko-KR" b="1" dirty="0"/>
              <a:t>select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&lt;/</a:t>
            </a:r>
            <a:r>
              <a:rPr lang="en-US" altLang="ko-KR" b="1" dirty="0"/>
              <a:t>mapper</a:t>
            </a:r>
            <a:r>
              <a:rPr lang="en-US" altLang="ko-KR" dirty="0"/>
              <a:t>&gt;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8989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147"/>
            <a:ext cx="10190105" cy="490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188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51</Words>
  <Application>Microsoft Office PowerPoint</Application>
  <PresentationFormat>와이드스크린</PresentationFormat>
  <Paragraphs>10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2</cp:revision>
  <dcterms:created xsi:type="dcterms:W3CDTF">2026-02-26T02:34:32Z</dcterms:created>
  <dcterms:modified xsi:type="dcterms:W3CDTF">2026-02-26T04:48:05Z</dcterms:modified>
</cp:coreProperties>
</file>