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  <p:sldId id="262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1817-036C-4ED4-A2CC-B155F6A57F4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BC185-DCEA-470D-9065-0701443AC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297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1817-036C-4ED4-A2CC-B155F6A57F4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BC185-DCEA-470D-9065-0701443AC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4671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1817-036C-4ED4-A2CC-B155F6A57F4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BC185-DCEA-470D-9065-0701443AC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401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1817-036C-4ED4-A2CC-B155F6A57F4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BC185-DCEA-470D-9065-0701443AC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016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1817-036C-4ED4-A2CC-B155F6A57F4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BC185-DCEA-470D-9065-0701443AC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382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1817-036C-4ED4-A2CC-B155F6A57F4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BC185-DCEA-470D-9065-0701443AC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234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1817-036C-4ED4-A2CC-B155F6A57F4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BC185-DCEA-470D-9065-0701443AC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0353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1817-036C-4ED4-A2CC-B155F6A57F4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BC185-DCEA-470D-9065-0701443AC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9955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1817-036C-4ED4-A2CC-B155F6A57F4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BC185-DCEA-470D-9065-0701443AC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507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1817-036C-4ED4-A2CC-B155F6A57F4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BC185-DCEA-470D-9065-0701443AC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7870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91817-036C-4ED4-A2CC-B155F6A57F4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ABC185-DCEA-470D-9065-0701443AC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776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B91817-036C-4ED4-A2CC-B155F6A57F45}" type="datetimeFigureOut">
              <a:rPr lang="ko-KR" altLang="en-US" smtClean="0"/>
              <a:t>2026-02-11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ABC185-DCEA-470D-9065-0701443AC83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9408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75" y="126952"/>
            <a:ext cx="11291928" cy="585595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992582" y="698269"/>
            <a:ext cx="299258" cy="13300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02471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635" y="234288"/>
            <a:ext cx="8504141" cy="594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237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889"/>
            <a:ext cx="8393528" cy="573232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644342" y="3923606"/>
            <a:ext cx="2749186" cy="194760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8079971" y="4897409"/>
            <a:ext cx="157942" cy="2564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621" y="1529172"/>
            <a:ext cx="6083682" cy="2394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44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650" y="181887"/>
            <a:ext cx="8601740" cy="586245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6093204" y="2884517"/>
            <a:ext cx="2668411" cy="11139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8462357" y="3575686"/>
            <a:ext cx="157942" cy="2564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381" y="3703927"/>
            <a:ext cx="3683495" cy="3253305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2601885" y="4189614"/>
            <a:ext cx="3132992" cy="17456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48663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073"/>
            <a:ext cx="10582115" cy="5773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6149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1676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158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와이드스크린</PresentationFormat>
  <Paragraphs>0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2</cp:revision>
  <dcterms:created xsi:type="dcterms:W3CDTF">2026-02-11T02:35:04Z</dcterms:created>
  <dcterms:modified xsi:type="dcterms:W3CDTF">2026-02-11T02:41:58Z</dcterms:modified>
</cp:coreProperties>
</file>