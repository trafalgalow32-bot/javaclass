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936" y="4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C33BB-4514-4907-A980-7D427D161620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4C741-255A-4E98-8972-CC55F3468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28262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C33BB-4514-4907-A980-7D427D161620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4C741-255A-4E98-8972-CC55F3468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60553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C33BB-4514-4907-A980-7D427D161620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4C741-255A-4E98-8972-CC55F3468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23274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C33BB-4514-4907-A980-7D427D161620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4C741-255A-4E98-8972-CC55F3468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71921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C33BB-4514-4907-A980-7D427D161620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4C741-255A-4E98-8972-CC55F3468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33503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C33BB-4514-4907-A980-7D427D161620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4C741-255A-4E98-8972-CC55F3468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36693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C33BB-4514-4907-A980-7D427D161620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4C741-255A-4E98-8972-CC55F3468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98631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C33BB-4514-4907-A980-7D427D161620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4C741-255A-4E98-8972-CC55F3468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53962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C33BB-4514-4907-A980-7D427D161620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4C741-255A-4E98-8972-CC55F3468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1561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C33BB-4514-4907-A980-7D427D161620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4C741-255A-4E98-8972-CC55F3468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22816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C33BB-4514-4907-A980-7D427D161620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4C741-255A-4E98-8972-CC55F3468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928222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7C33BB-4514-4907-A980-7D427D161620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A4C741-255A-4E98-8972-CC55F3468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85669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131" y="117836"/>
            <a:ext cx="11002087" cy="6057063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2502131" y="3350029"/>
            <a:ext cx="1529542" cy="1080655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75868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25271" cy="3410426"/>
          </a:xfrm>
          <a:prstGeom prst="rect">
            <a:avLst/>
          </a:prstGeom>
        </p:spPr>
      </p:pic>
      <p:sp>
        <p:nvSpPr>
          <p:cNvPr id="6" name="직사각형 5"/>
          <p:cNvSpPr/>
          <p:nvPr/>
        </p:nvSpPr>
        <p:spPr>
          <a:xfrm>
            <a:off x="224443" y="955963"/>
            <a:ext cx="4995949" cy="1562793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0525" y="54512"/>
            <a:ext cx="5458587" cy="3391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14332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22" y="0"/>
            <a:ext cx="5107690" cy="5543632"/>
          </a:xfrm>
          <a:prstGeom prst="rect">
            <a:avLst/>
          </a:prstGeom>
        </p:spPr>
      </p:pic>
      <p:sp>
        <p:nvSpPr>
          <p:cNvPr id="6" name="직사각형 5"/>
          <p:cNvSpPr/>
          <p:nvPr/>
        </p:nvSpPr>
        <p:spPr>
          <a:xfrm>
            <a:off x="201878" y="4406606"/>
            <a:ext cx="1073617" cy="206100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5788" y="4002619"/>
            <a:ext cx="4882648" cy="2855381"/>
          </a:xfrm>
          <a:prstGeom prst="rect">
            <a:avLst/>
          </a:prstGeom>
        </p:spPr>
      </p:pic>
      <p:cxnSp>
        <p:nvCxnSpPr>
          <p:cNvPr id="9" name="직선 화살표 연결선 8"/>
          <p:cNvCxnSpPr>
            <a:stCxn id="6" idx="3"/>
          </p:cNvCxnSpPr>
          <p:nvPr/>
        </p:nvCxnSpPr>
        <p:spPr>
          <a:xfrm flipV="1">
            <a:off x="1275495" y="1438102"/>
            <a:ext cx="6430403" cy="307155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화살표 연결선 9"/>
          <p:cNvCxnSpPr/>
          <p:nvPr/>
        </p:nvCxnSpPr>
        <p:spPr>
          <a:xfrm flipH="1">
            <a:off x="6007494" y="1438102"/>
            <a:ext cx="1946445" cy="479644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그림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1147" y="499134"/>
            <a:ext cx="5172560" cy="3503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475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227543" cy="5951987"/>
          </a:xfrm>
          <a:prstGeom prst="rect">
            <a:avLst/>
          </a:prstGeom>
        </p:spPr>
      </p:pic>
      <p:sp>
        <p:nvSpPr>
          <p:cNvPr id="6" name="직사각형 5"/>
          <p:cNvSpPr/>
          <p:nvPr/>
        </p:nvSpPr>
        <p:spPr>
          <a:xfrm>
            <a:off x="2660073" y="1113904"/>
            <a:ext cx="3341716" cy="1471354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8930" y="2737835"/>
            <a:ext cx="408349" cy="113430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0077" y="3068852"/>
            <a:ext cx="2039742" cy="188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6902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682597" cy="4507209"/>
          </a:xfrm>
          <a:prstGeom prst="rect">
            <a:avLst/>
          </a:prstGeom>
        </p:spPr>
      </p:pic>
      <p:sp>
        <p:nvSpPr>
          <p:cNvPr id="6" name="직사각형 5"/>
          <p:cNvSpPr/>
          <p:nvPr/>
        </p:nvSpPr>
        <p:spPr>
          <a:xfrm>
            <a:off x="0" y="2723136"/>
            <a:ext cx="4095130" cy="350264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직선 화살표 연결선 9"/>
          <p:cNvCxnSpPr/>
          <p:nvPr/>
        </p:nvCxnSpPr>
        <p:spPr>
          <a:xfrm flipH="1">
            <a:off x="9092748" y="1228968"/>
            <a:ext cx="1946445" cy="479644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5130" y="3771469"/>
            <a:ext cx="8878539" cy="3086531"/>
          </a:xfrm>
          <a:prstGeom prst="rect">
            <a:avLst/>
          </a:prstGeom>
        </p:spPr>
      </p:pic>
      <p:sp>
        <p:nvSpPr>
          <p:cNvPr id="9" name="직사각형 8"/>
          <p:cNvSpPr/>
          <p:nvPr/>
        </p:nvSpPr>
        <p:spPr>
          <a:xfrm>
            <a:off x="787400" y="1848706"/>
            <a:ext cx="364067" cy="310294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7394438" y="800896"/>
            <a:ext cx="4180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Oracle </a:t>
            </a:r>
            <a:r>
              <a:rPr lang="ko-KR" altLang="en-US" dirty="0" smtClean="0"/>
              <a:t>회갑 및 로그인 해야 다운 가능</a:t>
            </a:r>
            <a:r>
              <a:rPr lang="en-US" altLang="ko-KR" dirty="0" smtClean="0"/>
              <a:t>!</a:t>
            </a:r>
            <a:endParaRPr lang="ko-KR" alt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6871924" y="161567"/>
            <a:ext cx="5225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 smtClean="0"/>
              <a:t>Jdk</a:t>
            </a:r>
            <a:r>
              <a:rPr lang="en-US" altLang="ko-KR" dirty="0" smtClean="0"/>
              <a:t> 17 </a:t>
            </a:r>
            <a:r>
              <a:rPr lang="ko-KR" altLang="en-US" dirty="0" smtClean="0"/>
              <a:t>설치</a:t>
            </a:r>
            <a:r>
              <a:rPr lang="en-US" altLang="ko-KR" dirty="0" smtClean="0"/>
              <a:t>(Windows x64) – </a:t>
            </a:r>
            <a:r>
              <a:rPr lang="en-US" altLang="ko-KR" dirty="0" err="1" smtClean="0"/>
              <a:t>Orcacle</a:t>
            </a:r>
            <a:r>
              <a:rPr lang="en-US" altLang="ko-KR" dirty="0" smtClean="0"/>
              <a:t> </a:t>
            </a:r>
            <a:r>
              <a:rPr lang="en-US" altLang="ko-KR" dirty="0" err="1" smtClean="0"/>
              <a:t>Homapage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211703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96987" cy="5525414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0549" y="3460075"/>
            <a:ext cx="2991521" cy="265258"/>
          </a:xfrm>
          <a:prstGeom prst="rect">
            <a:avLst/>
          </a:prstGeom>
        </p:spPr>
      </p:pic>
      <p:sp>
        <p:nvSpPr>
          <p:cNvPr id="6" name="직사각형 5"/>
          <p:cNvSpPr/>
          <p:nvPr/>
        </p:nvSpPr>
        <p:spPr>
          <a:xfrm>
            <a:off x="2459776" y="3525588"/>
            <a:ext cx="2873065" cy="199745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직선 화살표 연결선 9"/>
          <p:cNvCxnSpPr/>
          <p:nvPr/>
        </p:nvCxnSpPr>
        <p:spPr>
          <a:xfrm flipV="1">
            <a:off x="4368800" y="3722193"/>
            <a:ext cx="69405" cy="67431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2400549" y="4396512"/>
            <a:ext cx="2873065" cy="152574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/>
          <p:cNvSpPr txBox="1"/>
          <p:nvPr/>
        </p:nvSpPr>
        <p:spPr>
          <a:xfrm>
            <a:off x="166324" y="5676337"/>
            <a:ext cx="33762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/>
              <a:t>새로 설치한 </a:t>
            </a:r>
            <a:r>
              <a:rPr lang="en-US" altLang="ko-KR" dirty="0" smtClean="0"/>
              <a:t>JDK 17 </a:t>
            </a:r>
            <a:r>
              <a:rPr lang="ko-KR" altLang="en-US" dirty="0" smtClean="0"/>
              <a:t>경로 지정</a:t>
            </a:r>
            <a:r>
              <a:rPr lang="en-US" altLang="ko-KR" dirty="0" smtClean="0"/>
              <a:t>!</a:t>
            </a:r>
            <a:endParaRPr lang="ko-KR" altLang="en-US" dirty="0"/>
          </a:p>
        </p:txBody>
      </p:sp>
      <p:pic>
        <p:nvPicPr>
          <p:cNvPr id="14" name="그림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1600" y="25241"/>
            <a:ext cx="6298400" cy="6054336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4193" y="494649"/>
            <a:ext cx="1341825" cy="269953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75144" y="2004972"/>
            <a:ext cx="2308455" cy="393638"/>
          </a:xfrm>
          <a:prstGeom prst="rect">
            <a:avLst/>
          </a:prstGeom>
        </p:spPr>
      </p:pic>
      <p:pic>
        <p:nvPicPr>
          <p:cNvPr id="17" name="그림 1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28238" y="2483649"/>
            <a:ext cx="3458058" cy="619211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92619" y="3220218"/>
            <a:ext cx="3353268" cy="1590897"/>
          </a:xfrm>
          <a:prstGeom prst="rect">
            <a:avLst/>
          </a:prstGeom>
        </p:spPr>
      </p:pic>
      <p:pic>
        <p:nvPicPr>
          <p:cNvPr id="19" name="그림 1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5697" y="3863803"/>
            <a:ext cx="2000379" cy="2850005"/>
          </a:xfrm>
          <a:prstGeom prst="rect">
            <a:avLst/>
          </a:prstGeom>
        </p:spPr>
      </p:pic>
      <p:pic>
        <p:nvPicPr>
          <p:cNvPr id="21" name="그림 2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01191" y="4811115"/>
            <a:ext cx="2944502" cy="2228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58786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351" y="465257"/>
            <a:ext cx="3366230" cy="5328968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6915" y="302092"/>
            <a:ext cx="5775919" cy="4917045"/>
          </a:xfrm>
          <a:prstGeom prst="rect">
            <a:avLst/>
          </a:prstGeom>
        </p:spPr>
      </p:pic>
      <p:sp>
        <p:nvSpPr>
          <p:cNvPr id="9" name="직사각형 8"/>
          <p:cNvSpPr/>
          <p:nvPr/>
        </p:nvSpPr>
        <p:spPr>
          <a:xfrm>
            <a:off x="1296784" y="3724102"/>
            <a:ext cx="955965" cy="149629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239091" y="4705695"/>
            <a:ext cx="756567" cy="152574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43923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51" y="0"/>
            <a:ext cx="7502123" cy="6304905"/>
          </a:xfrm>
          <a:prstGeom prst="rect">
            <a:avLst/>
          </a:prstGeom>
        </p:spPr>
      </p:pic>
      <p:cxnSp>
        <p:nvCxnSpPr>
          <p:cNvPr id="10" name="직선 화살표 연결선 9"/>
          <p:cNvCxnSpPr/>
          <p:nvPr/>
        </p:nvCxnSpPr>
        <p:spPr>
          <a:xfrm flipH="1" flipV="1">
            <a:off x="1562794" y="482138"/>
            <a:ext cx="6567053" cy="36576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/>
          <p:cNvSpPr/>
          <p:nvPr/>
        </p:nvSpPr>
        <p:spPr>
          <a:xfrm>
            <a:off x="1370306" y="299948"/>
            <a:ext cx="192487" cy="182189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8204662" y="914400"/>
            <a:ext cx="21948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/>
              <a:t>이놈이 세이브 버튼</a:t>
            </a:r>
            <a:endParaRPr lang="en-US" altLang="ko-KR" dirty="0" smtClean="0"/>
          </a:p>
          <a:p>
            <a:r>
              <a:rPr lang="en-US" altLang="ko-KR" dirty="0" smtClean="0"/>
              <a:t>(submit)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060052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434907" cy="4417438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5373" y="610952"/>
            <a:ext cx="5836085" cy="3046648"/>
          </a:xfrm>
          <a:prstGeom prst="rect">
            <a:avLst/>
          </a:prstGeom>
        </p:spPr>
      </p:pic>
      <p:sp>
        <p:nvSpPr>
          <p:cNvPr id="8" name="직사각형 7"/>
          <p:cNvSpPr/>
          <p:nvPr/>
        </p:nvSpPr>
        <p:spPr>
          <a:xfrm>
            <a:off x="1125373" y="610952"/>
            <a:ext cx="578736" cy="195383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8693354" y="125242"/>
            <a:ext cx="31638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Maven Repository Site</a:t>
            </a:r>
            <a:endParaRPr lang="ko-KR" altLang="en-US" dirty="0"/>
          </a:p>
        </p:txBody>
      </p:sp>
      <p:sp>
        <p:nvSpPr>
          <p:cNvPr id="11" name="직사각형 10"/>
          <p:cNvSpPr/>
          <p:nvPr/>
        </p:nvSpPr>
        <p:spPr>
          <a:xfrm>
            <a:off x="1414740" y="1114243"/>
            <a:ext cx="1428213" cy="240732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6716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492" y="2622778"/>
            <a:ext cx="7063903" cy="4438771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81" y="64889"/>
            <a:ext cx="7114253" cy="43341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93354" y="125242"/>
            <a:ext cx="31638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Maven Repository Site 3.0</a:t>
            </a:r>
            <a:endParaRPr lang="ko-KR" altLang="en-US" dirty="0"/>
          </a:p>
        </p:txBody>
      </p:sp>
      <p:sp>
        <p:nvSpPr>
          <p:cNvPr id="12" name="직사각형 11"/>
          <p:cNvSpPr/>
          <p:nvPr/>
        </p:nvSpPr>
        <p:spPr>
          <a:xfrm>
            <a:off x="203753" y="512962"/>
            <a:ext cx="3487098" cy="891889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38707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07" y="125242"/>
            <a:ext cx="8636047" cy="471433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93354" y="125242"/>
            <a:ext cx="31638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Maven Repository Site 3.0</a:t>
            </a:r>
            <a:endParaRPr lang="ko-KR" altLang="en-US" dirty="0"/>
          </a:p>
        </p:txBody>
      </p:sp>
      <p:sp>
        <p:nvSpPr>
          <p:cNvPr id="9" name="직사각형 8"/>
          <p:cNvSpPr/>
          <p:nvPr/>
        </p:nvSpPr>
        <p:spPr>
          <a:xfrm>
            <a:off x="353130" y="3614097"/>
            <a:ext cx="265370" cy="176019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/>
          <p:cNvSpPr/>
          <p:nvPr/>
        </p:nvSpPr>
        <p:spPr>
          <a:xfrm>
            <a:off x="57307" y="3563733"/>
            <a:ext cx="3487098" cy="891889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/>
          <p:cNvSpPr txBox="1"/>
          <p:nvPr/>
        </p:nvSpPr>
        <p:spPr>
          <a:xfrm>
            <a:off x="0" y="4987664"/>
            <a:ext cx="31638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복사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558608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130" y="88423"/>
            <a:ext cx="9851010" cy="5140223"/>
          </a:xfrm>
          <a:prstGeom prst="rect">
            <a:avLst/>
          </a:prstGeom>
        </p:spPr>
      </p:pic>
      <p:sp>
        <p:nvSpPr>
          <p:cNvPr id="9" name="직사각형 8"/>
          <p:cNvSpPr/>
          <p:nvPr/>
        </p:nvSpPr>
        <p:spPr>
          <a:xfrm>
            <a:off x="657930" y="3663727"/>
            <a:ext cx="688270" cy="176019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/>
          <p:cNvSpPr/>
          <p:nvPr/>
        </p:nvSpPr>
        <p:spPr>
          <a:xfrm>
            <a:off x="2995239" y="3839746"/>
            <a:ext cx="6817627" cy="1388900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270933" y="5250071"/>
            <a:ext cx="31638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임의의 </a:t>
            </a:r>
            <a:r>
              <a:rPr lang="en-US" altLang="ko-KR" dirty="0" smtClean="0"/>
              <a:t>dependencies </a:t>
            </a:r>
            <a:r>
              <a:rPr lang="ko-KR" altLang="en-US" dirty="0" smtClean="0"/>
              <a:t>영역에 추가</a:t>
            </a:r>
            <a:r>
              <a:rPr lang="en-US" altLang="ko-KR" dirty="0" smtClean="0"/>
              <a:t>({} </a:t>
            </a:r>
            <a:r>
              <a:rPr lang="ko-KR" altLang="en-US" dirty="0" smtClean="0"/>
              <a:t>범위 안에</a:t>
            </a:r>
            <a:r>
              <a:rPr lang="en-US" altLang="ko-KR" dirty="0" smtClean="0"/>
              <a:t>!_)</a:t>
            </a:r>
            <a:endParaRPr lang="ko-KR" altLang="en-US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9533" y="333725"/>
            <a:ext cx="255062" cy="286944"/>
          </a:xfrm>
          <a:prstGeom prst="rect">
            <a:avLst/>
          </a:prstGeom>
        </p:spPr>
      </p:pic>
      <p:sp>
        <p:nvSpPr>
          <p:cNvPr id="11" name="직사각형 10"/>
          <p:cNvSpPr/>
          <p:nvPr/>
        </p:nvSpPr>
        <p:spPr>
          <a:xfrm>
            <a:off x="9389533" y="361727"/>
            <a:ext cx="228600" cy="230940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/>
          <p:cNvSpPr txBox="1"/>
          <p:nvPr/>
        </p:nvSpPr>
        <p:spPr>
          <a:xfrm>
            <a:off x="10303934" y="297503"/>
            <a:ext cx="14397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이 코끼리 꼭 눌러야</a:t>
            </a:r>
            <a:r>
              <a:rPr lang="en-US" altLang="ko-KR" dirty="0" smtClean="0"/>
              <a:t>!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864810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6228" y="592667"/>
            <a:ext cx="5121905" cy="3018385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0933"/>
            <a:ext cx="4391963" cy="5875469"/>
          </a:xfrm>
          <a:prstGeom prst="rect">
            <a:avLst/>
          </a:prstGeom>
        </p:spPr>
      </p:pic>
      <p:sp>
        <p:nvSpPr>
          <p:cNvPr id="9" name="직사각형 8"/>
          <p:cNvSpPr/>
          <p:nvPr/>
        </p:nvSpPr>
        <p:spPr>
          <a:xfrm>
            <a:off x="117602" y="4644629"/>
            <a:ext cx="4181618" cy="201691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/>
          <p:cNvSpPr/>
          <p:nvPr/>
        </p:nvSpPr>
        <p:spPr>
          <a:xfrm>
            <a:off x="4632847" y="2009920"/>
            <a:ext cx="487794" cy="392458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/>
          <p:cNvSpPr txBox="1"/>
          <p:nvPr/>
        </p:nvSpPr>
        <p:spPr>
          <a:xfrm>
            <a:off x="10303934" y="297503"/>
            <a:ext cx="14397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이 코끼리 꼭 눌러야</a:t>
            </a:r>
            <a:r>
              <a:rPr lang="en-US" altLang="ko-KR" dirty="0" smtClean="0"/>
              <a:t>!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654953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602" y="140073"/>
            <a:ext cx="6021574" cy="5264440"/>
          </a:xfrm>
          <a:prstGeom prst="rect">
            <a:avLst/>
          </a:prstGeom>
        </p:spPr>
      </p:pic>
      <p:sp>
        <p:nvSpPr>
          <p:cNvPr id="9" name="직사각형 8"/>
          <p:cNvSpPr/>
          <p:nvPr/>
        </p:nvSpPr>
        <p:spPr>
          <a:xfrm>
            <a:off x="2667000" y="4168380"/>
            <a:ext cx="3276600" cy="194070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/>
          <p:cNvSpPr/>
          <p:nvPr/>
        </p:nvSpPr>
        <p:spPr>
          <a:xfrm>
            <a:off x="2946968" y="2310937"/>
            <a:ext cx="394748" cy="257695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6655108" y="686383"/>
            <a:ext cx="316382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 smtClean="0"/>
              <a:t>Intelli</a:t>
            </a:r>
            <a:r>
              <a:rPr lang="en-US" altLang="ko-KR" dirty="0" smtClean="0"/>
              <a:t> J </a:t>
            </a:r>
            <a:r>
              <a:rPr lang="ko-KR" altLang="en-US" dirty="0" smtClean="0"/>
              <a:t>화면 돌아와서</a:t>
            </a:r>
            <a:endParaRPr lang="en-US" altLang="ko-KR" dirty="0" smtClean="0"/>
          </a:p>
          <a:p>
            <a:r>
              <a:rPr lang="en-US" altLang="ko-KR" dirty="0" smtClean="0"/>
              <a:t>&lt;title&gt;&lt;/title&gt; </a:t>
            </a:r>
            <a:r>
              <a:rPr lang="ko-KR" altLang="en-US" dirty="0" smtClean="0"/>
              <a:t>밑에 </a:t>
            </a:r>
            <a:endParaRPr lang="en-US" altLang="ko-KR" dirty="0" smtClean="0"/>
          </a:p>
          <a:p>
            <a:r>
              <a:rPr lang="en-US" altLang="ko-KR" dirty="0" smtClean="0"/>
              <a:t>&lt;script&gt;&lt;/script&gt; </a:t>
            </a:r>
            <a:r>
              <a:rPr lang="ko-KR" altLang="en-US" dirty="0" smtClean="0"/>
              <a:t>내용 </a:t>
            </a:r>
            <a:r>
              <a:rPr lang="ko-KR" altLang="en-US" dirty="0" err="1" smtClean="0"/>
              <a:t>복붙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47289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596</TotalTime>
  <Words>78</Words>
  <Application>Microsoft Office PowerPoint</Application>
  <PresentationFormat>와이드스크린</PresentationFormat>
  <Paragraphs>15</Paragraphs>
  <Slides>14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7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DW-203</dc:creator>
  <cp:lastModifiedBy>DW-203</cp:lastModifiedBy>
  <cp:revision>20</cp:revision>
  <dcterms:created xsi:type="dcterms:W3CDTF">2026-03-04T06:50:58Z</dcterms:created>
  <dcterms:modified xsi:type="dcterms:W3CDTF">2026-03-05T09:13:33Z</dcterms:modified>
</cp:coreProperties>
</file>