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826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055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2327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92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3350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669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63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5396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156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2281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2822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7C33BB-4514-4907-A980-7D427D1616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4C741-255A-4E98-8972-CC55F3468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8566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31" y="117836"/>
            <a:ext cx="11002087" cy="6057063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2502131" y="3350029"/>
            <a:ext cx="1529542" cy="108065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586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5271" cy="341042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24443" y="955963"/>
            <a:ext cx="4995949" cy="1562793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0525" y="54512"/>
            <a:ext cx="5458587" cy="3391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433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2" y="0"/>
            <a:ext cx="5107690" cy="5543632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01878" y="4406606"/>
            <a:ext cx="1073617" cy="20610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5788" y="4002619"/>
            <a:ext cx="4882648" cy="2855381"/>
          </a:xfrm>
          <a:prstGeom prst="rect">
            <a:avLst/>
          </a:prstGeom>
        </p:spPr>
      </p:pic>
      <p:cxnSp>
        <p:nvCxnSpPr>
          <p:cNvPr id="9" name="직선 화살표 연결선 8"/>
          <p:cNvCxnSpPr>
            <a:stCxn id="6" idx="3"/>
          </p:cNvCxnSpPr>
          <p:nvPr/>
        </p:nvCxnSpPr>
        <p:spPr>
          <a:xfrm flipV="1">
            <a:off x="1275495" y="1438102"/>
            <a:ext cx="6430403" cy="30715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flipH="1">
            <a:off x="6007494" y="1438102"/>
            <a:ext cx="1946445" cy="47964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1147" y="499134"/>
            <a:ext cx="5172560" cy="3503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47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227543" cy="5951987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660073" y="1113904"/>
            <a:ext cx="3341716" cy="147135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930" y="2737835"/>
            <a:ext cx="408349" cy="11343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0077" y="3068852"/>
            <a:ext cx="2039742" cy="18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69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82597" cy="45072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0" y="2723136"/>
            <a:ext cx="4095130" cy="35026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 flipH="1">
            <a:off x="9092748" y="1228968"/>
            <a:ext cx="1946445" cy="47964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130" y="3771469"/>
            <a:ext cx="8878539" cy="3086531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787400" y="1848706"/>
            <a:ext cx="364067" cy="31029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394438" y="800896"/>
            <a:ext cx="4180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Oracle </a:t>
            </a:r>
            <a:r>
              <a:rPr lang="ko-KR" altLang="en-US" dirty="0" smtClean="0"/>
              <a:t>회갑 및 로그인 해야 다운 가능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6871924" y="161567"/>
            <a:ext cx="5225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/>
              <a:t>Jdk</a:t>
            </a:r>
            <a:r>
              <a:rPr lang="en-US" altLang="ko-KR" dirty="0" smtClean="0"/>
              <a:t> 17 </a:t>
            </a:r>
            <a:r>
              <a:rPr lang="ko-KR" altLang="en-US" dirty="0" smtClean="0"/>
              <a:t>설치</a:t>
            </a:r>
            <a:r>
              <a:rPr lang="en-US" altLang="ko-KR" dirty="0" smtClean="0"/>
              <a:t>(Windows x64) – </a:t>
            </a:r>
            <a:r>
              <a:rPr lang="en-US" altLang="ko-KR" dirty="0" err="1" smtClean="0"/>
              <a:t>Orcacle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Homapage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70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96987" cy="552541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549" y="3460075"/>
            <a:ext cx="2991521" cy="265258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459776" y="3525588"/>
            <a:ext cx="2873065" cy="19974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 flipV="1">
            <a:off x="4368800" y="3722193"/>
            <a:ext cx="69405" cy="6743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2400549" y="4396512"/>
            <a:ext cx="2873065" cy="15257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166324" y="5676337"/>
            <a:ext cx="3376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새로 설치한 </a:t>
            </a:r>
            <a:r>
              <a:rPr lang="en-US" altLang="ko-KR" dirty="0" smtClean="0"/>
              <a:t>JDK 17 </a:t>
            </a:r>
            <a:r>
              <a:rPr lang="ko-KR" altLang="en-US" dirty="0" smtClean="0"/>
              <a:t>경로 지정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600" y="25241"/>
            <a:ext cx="6298400" cy="605433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93" y="494649"/>
            <a:ext cx="1341825" cy="26995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5144" y="2004972"/>
            <a:ext cx="2308455" cy="393638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8238" y="2483649"/>
            <a:ext cx="3458058" cy="619211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2619" y="3220218"/>
            <a:ext cx="3353268" cy="1590897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5697" y="3863803"/>
            <a:ext cx="2000379" cy="2850005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1191" y="4811115"/>
            <a:ext cx="2944502" cy="2228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78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51" y="465257"/>
            <a:ext cx="3366230" cy="53289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915" y="302092"/>
            <a:ext cx="5775919" cy="4917045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1296784" y="3724102"/>
            <a:ext cx="955965" cy="14962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239091" y="4705695"/>
            <a:ext cx="756567" cy="15257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392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1" y="0"/>
            <a:ext cx="7502123" cy="6304905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 flipH="1" flipV="1">
            <a:off x="1562794" y="482138"/>
            <a:ext cx="6567053" cy="3657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1370306" y="299948"/>
            <a:ext cx="192487" cy="18218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8204662" y="914400"/>
            <a:ext cx="2194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이놈이 세이브 버튼</a:t>
            </a:r>
            <a:endParaRPr lang="en-US" altLang="ko-KR" dirty="0" smtClean="0"/>
          </a:p>
          <a:p>
            <a:r>
              <a:rPr lang="en-US" altLang="ko-KR" dirty="0" smtClean="0"/>
              <a:t>(submit)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6005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34907" cy="441743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373" y="610952"/>
            <a:ext cx="5836085" cy="3046648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1125373" y="610952"/>
            <a:ext cx="578736" cy="195383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8693354" y="125242"/>
            <a:ext cx="316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Maven Repository Site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1414740" y="1114243"/>
            <a:ext cx="1428213" cy="240732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71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492" y="2622778"/>
            <a:ext cx="7063903" cy="44387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81" y="64889"/>
            <a:ext cx="7114253" cy="43341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93354" y="125242"/>
            <a:ext cx="316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Maven Repository Site 3.0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203753" y="512962"/>
            <a:ext cx="3487098" cy="89188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3870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7" y="125242"/>
            <a:ext cx="8636047" cy="4714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93354" y="125242"/>
            <a:ext cx="316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Maven Repository Site 3.0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353130" y="3614097"/>
            <a:ext cx="265370" cy="1760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57307" y="3563733"/>
            <a:ext cx="3487098" cy="89188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0" y="4987664"/>
            <a:ext cx="316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복사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5860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30" y="88423"/>
            <a:ext cx="9851010" cy="5140223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657930" y="3663727"/>
            <a:ext cx="688270" cy="1760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995239" y="3839746"/>
            <a:ext cx="6817627" cy="138890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270933" y="5250071"/>
            <a:ext cx="31638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임의의 </a:t>
            </a:r>
            <a:r>
              <a:rPr lang="en-US" altLang="ko-KR" dirty="0" smtClean="0"/>
              <a:t>dependencies </a:t>
            </a:r>
            <a:r>
              <a:rPr lang="ko-KR" altLang="en-US" dirty="0" smtClean="0"/>
              <a:t>영역에 추가</a:t>
            </a:r>
            <a:r>
              <a:rPr lang="en-US" altLang="ko-KR" dirty="0" smtClean="0"/>
              <a:t>({} </a:t>
            </a:r>
            <a:r>
              <a:rPr lang="ko-KR" altLang="en-US" dirty="0" smtClean="0"/>
              <a:t>범위 안에</a:t>
            </a:r>
            <a:r>
              <a:rPr lang="en-US" altLang="ko-KR" dirty="0" smtClean="0"/>
              <a:t>!_)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9533" y="333725"/>
            <a:ext cx="255062" cy="286944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389533" y="361727"/>
            <a:ext cx="228600" cy="23094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303934" y="297503"/>
            <a:ext cx="1439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이 코끼리 꼭 눌러야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6481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6228" y="592667"/>
            <a:ext cx="5121905" cy="301838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33"/>
            <a:ext cx="4391963" cy="5875469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117602" y="4644629"/>
            <a:ext cx="4181618" cy="201691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632847" y="2009920"/>
            <a:ext cx="487794" cy="392458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303934" y="297503"/>
            <a:ext cx="1439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이 코끼리 꼭 눌러야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5495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02" y="140073"/>
            <a:ext cx="6021574" cy="5264440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2667000" y="4168380"/>
            <a:ext cx="3276600" cy="19407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946968" y="2310937"/>
            <a:ext cx="394748" cy="25769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6655108" y="686383"/>
            <a:ext cx="31638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Intelli</a:t>
            </a:r>
            <a:r>
              <a:rPr lang="en-US" altLang="ko-KR" dirty="0" smtClean="0"/>
              <a:t> J </a:t>
            </a:r>
            <a:r>
              <a:rPr lang="ko-KR" altLang="en-US" dirty="0" smtClean="0"/>
              <a:t>화면 돌아와서</a:t>
            </a:r>
            <a:endParaRPr lang="en-US" altLang="ko-KR" dirty="0" smtClean="0"/>
          </a:p>
          <a:p>
            <a:r>
              <a:rPr lang="en-US" altLang="ko-KR" dirty="0" smtClean="0"/>
              <a:t>&lt;title&gt;&lt;/title&gt; </a:t>
            </a:r>
            <a:r>
              <a:rPr lang="ko-KR" altLang="en-US" dirty="0" smtClean="0"/>
              <a:t>밑에 </a:t>
            </a:r>
            <a:endParaRPr lang="en-US" altLang="ko-KR" dirty="0" smtClean="0"/>
          </a:p>
          <a:p>
            <a:r>
              <a:rPr lang="en-US" altLang="ko-KR" dirty="0" smtClean="0"/>
              <a:t>&lt;script&gt;&lt;/script&gt; </a:t>
            </a:r>
            <a:r>
              <a:rPr lang="ko-KR" altLang="en-US" dirty="0" smtClean="0"/>
              <a:t>내용 </a:t>
            </a:r>
            <a:r>
              <a:rPr lang="ko-KR" altLang="en-US" dirty="0" err="1" smtClean="0"/>
              <a:t>복붙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4728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655108" y="686383"/>
            <a:ext cx="31638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프로젝트 진행 시 </a:t>
            </a:r>
            <a:endParaRPr lang="en-US" altLang="ko-KR" dirty="0" smtClean="0"/>
          </a:p>
          <a:p>
            <a:r>
              <a:rPr lang="en-US" altLang="ko-KR" dirty="0" smtClean="0"/>
              <a:t>Dependencies List!!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96987" cy="5260595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913717" y="2859577"/>
            <a:ext cx="2683270" cy="1911928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036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84</Words>
  <Application>Microsoft Office PowerPoint</Application>
  <PresentationFormat>와이드스크린</PresentationFormat>
  <Paragraphs>17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DW-203</dc:creator>
  <cp:lastModifiedBy>DW-203</cp:lastModifiedBy>
  <cp:revision>21</cp:revision>
  <dcterms:created xsi:type="dcterms:W3CDTF">2026-03-04T06:50:58Z</dcterms:created>
  <dcterms:modified xsi:type="dcterms:W3CDTF">2026-03-09T07:54:42Z</dcterms:modified>
</cp:coreProperties>
</file>