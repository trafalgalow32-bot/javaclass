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1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설치" id="{CCEA5901-2850-4BC8-AF8A-637291B53D92}">
          <p14:sldIdLst>
            <p14:sldId id="256"/>
            <p14:sldId id="257"/>
            <p14:sldId id="258"/>
            <p14:sldId id="259"/>
          </p14:sldIdLst>
        </p14:section>
        <p14:section name="JDK 17 설치" id="{6A375973-20F8-46AF-A071-60021E930646}">
          <p14:sldIdLst>
            <p14:sldId id="260"/>
            <p14:sldId id="261"/>
          </p14:sldIdLst>
        </p14:section>
        <p14:section name="DB" id="{9793C09C-662B-47C7-85DF-AA44FE790B09}">
          <p14:sldIdLst>
            <p14:sldId id="262"/>
            <p14:sldId id="263"/>
          </p14:sldIdLst>
        </p14:section>
        <p14:section name="Maven Repo" id="{8527B785-CF49-426D-A4D0-0FAFD998B4E3}">
          <p14:sldIdLst>
            <p14:sldId id="264"/>
            <p14:sldId id="265"/>
            <p14:sldId id="266"/>
            <p14:sldId id="267"/>
          </p14:sldIdLst>
        </p14:section>
        <p14:section name="Tailwind" id="{AFEC82FD-886C-4952-88F6-108A963B08B1}">
          <p14:sldIdLst>
            <p14:sldId id="268"/>
            <p14:sldId id="269"/>
            <p14:sldId id="270"/>
          </p14:sldIdLst>
        </p14:section>
        <p14:section name="JPA" id="{95EBC2E4-220B-4798-80EF-E60B74837A55}">
          <p14:sldIdLst>
            <p14:sldId id="272"/>
            <p14:sldId id="273"/>
            <p14:sldId id="274"/>
            <p14:sldId id="275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33BB-4514-4907-A980-7D427D16162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4C741-255A-4E98-8972-CC55F3468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826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33BB-4514-4907-A980-7D427D16162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4C741-255A-4E98-8972-CC55F3468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055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33BB-4514-4907-A980-7D427D16162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4C741-255A-4E98-8972-CC55F3468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327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33BB-4514-4907-A980-7D427D16162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4C741-255A-4E98-8972-CC55F3468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192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33BB-4514-4907-A980-7D427D16162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4C741-255A-4E98-8972-CC55F3468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3350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33BB-4514-4907-A980-7D427D16162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4C741-255A-4E98-8972-CC55F3468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669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33BB-4514-4907-A980-7D427D16162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4C741-255A-4E98-8972-CC55F3468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863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33BB-4514-4907-A980-7D427D16162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4C741-255A-4E98-8972-CC55F3468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396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33BB-4514-4907-A980-7D427D16162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4C741-255A-4E98-8972-CC55F3468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56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33BB-4514-4907-A980-7D427D16162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4C741-255A-4E98-8972-CC55F3468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281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33BB-4514-4907-A980-7D427D16162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4C741-255A-4E98-8972-CC55F3468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822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C33BB-4514-4907-A980-7D427D16162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4C741-255A-4E98-8972-CC55F3468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566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31" y="117836"/>
            <a:ext cx="11002087" cy="605706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502131" y="3350029"/>
            <a:ext cx="1529542" cy="108065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586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5271" cy="341042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24443" y="955963"/>
            <a:ext cx="4995949" cy="1562793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525" y="54512"/>
            <a:ext cx="5458587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433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2" y="0"/>
            <a:ext cx="5107690" cy="5543632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01878" y="4406606"/>
            <a:ext cx="1073617" cy="2061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788" y="4002619"/>
            <a:ext cx="4882648" cy="2855381"/>
          </a:xfrm>
          <a:prstGeom prst="rect">
            <a:avLst/>
          </a:prstGeom>
        </p:spPr>
      </p:pic>
      <p:cxnSp>
        <p:nvCxnSpPr>
          <p:cNvPr id="9" name="직선 화살표 연결선 8"/>
          <p:cNvCxnSpPr>
            <a:stCxn id="6" idx="3"/>
          </p:cNvCxnSpPr>
          <p:nvPr/>
        </p:nvCxnSpPr>
        <p:spPr>
          <a:xfrm flipV="1">
            <a:off x="1275495" y="1438102"/>
            <a:ext cx="6430403" cy="30715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 flipH="1">
            <a:off x="6007494" y="1438102"/>
            <a:ext cx="1946445" cy="47964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1147" y="499134"/>
            <a:ext cx="5172560" cy="350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7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27543" cy="595198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660073" y="1113904"/>
            <a:ext cx="3341716" cy="147135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930" y="2737835"/>
            <a:ext cx="408349" cy="11343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0077" y="3068852"/>
            <a:ext cx="2039742" cy="18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690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82597" cy="4507209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0" y="2723136"/>
            <a:ext cx="4095130" cy="35026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 flipH="1">
            <a:off x="9092748" y="1228968"/>
            <a:ext cx="1946445" cy="47964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130" y="3771469"/>
            <a:ext cx="8878539" cy="3086531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787400" y="1848706"/>
            <a:ext cx="364067" cy="31029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394438" y="800896"/>
            <a:ext cx="4180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Oracle </a:t>
            </a:r>
            <a:r>
              <a:rPr lang="ko-KR" altLang="en-US" dirty="0" smtClean="0"/>
              <a:t>회갑 및 로그인 해야 다운 가능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871924" y="161567"/>
            <a:ext cx="5225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Jdk</a:t>
            </a:r>
            <a:r>
              <a:rPr lang="en-US" altLang="ko-KR" dirty="0" smtClean="0"/>
              <a:t> 17 </a:t>
            </a:r>
            <a:r>
              <a:rPr lang="ko-KR" altLang="en-US" dirty="0" smtClean="0"/>
              <a:t>설치</a:t>
            </a:r>
            <a:r>
              <a:rPr lang="en-US" altLang="ko-KR" dirty="0" smtClean="0"/>
              <a:t>(Windows x64) – </a:t>
            </a:r>
            <a:r>
              <a:rPr lang="en-US" altLang="ko-KR" dirty="0" err="1" smtClean="0"/>
              <a:t>Orcacle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Homapage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1170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96987" cy="552541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549" y="3460075"/>
            <a:ext cx="2991521" cy="26525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459776" y="3525588"/>
            <a:ext cx="2873065" cy="19974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 flipV="1">
            <a:off x="4368800" y="3722193"/>
            <a:ext cx="69405" cy="6743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2400549" y="4396512"/>
            <a:ext cx="2873065" cy="15257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66324" y="5676337"/>
            <a:ext cx="3376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새로 설치한 </a:t>
            </a:r>
            <a:r>
              <a:rPr lang="en-US" altLang="ko-KR" dirty="0" smtClean="0"/>
              <a:t>JDK 17 </a:t>
            </a:r>
            <a:r>
              <a:rPr lang="ko-KR" altLang="en-US" dirty="0" smtClean="0"/>
              <a:t>경로 지정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600" y="25241"/>
            <a:ext cx="6298400" cy="6054336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4193" y="494649"/>
            <a:ext cx="1341825" cy="269953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144" y="2004972"/>
            <a:ext cx="2308455" cy="393638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8238" y="2483649"/>
            <a:ext cx="3458058" cy="619211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2619" y="3220218"/>
            <a:ext cx="3353268" cy="1590897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5697" y="3863803"/>
            <a:ext cx="2000379" cy="2850005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1191" y="4811115"/>
            <a:ext cx="2944502" cy="222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78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351" y="465257"/>
            <a:ext cx="3366230" cy="532896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915" y="302092"/>
            <a:ext cx="5775919" cy="4917045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1296784" y="3724102"/>
            <a:ext cx="955965" cy="14962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239091" y="4705695"/>
            <a:ext cx="756567" cy="15257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4392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1" y="0"/>
            <a:ext cx="7502123" cy="6304905"/>
          </a:xfrm>
          <a:prstGeom prst="rect">
            <a:avLst/>
          </a:prstGeom>
        </p:spPr>
      </p:pic>
      <p:cxnSp>
        <p:nvCxnSpPr>
          <p:cNvPr id="10" name="직선 화살표 연결선 9"/>
          <p:cNvCxnSpPr/>
          <p:nvPr/>
        </p:nvCxnSpPr>
        <p:spPr>
          <a:xfrm flipH="1" flipV="1">
            <a:off x="1562794" y="482138"/>
            <a:ext cx="6567053" cy="365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1370306" y="299948"/>
            <a:ext cx="192487" cy="18218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204662" y="914400"/>
            <a:ext cx="21948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이놈이 세이브 버튼</a:t>
            </a:r>
            <a:endParaRPr lang="en-US" altLang="ko-KR" dirty="0" smtClean="0"/>
          </a:p>
          <a:p>
            <a:r>
              <a:rPr lang="en-US" altLang="ko-KR" dirty="0" smtClean="0"/>
              <a:t>(submit)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6005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434907" cy="441743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373" y="610952"/>
            <a:ext cx="5836085" cy="3046648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1125373" y="610952"/>
            <a:ext cx="578736" cy="195383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693354" y="125242"/>
            <a:ext cx="316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Maven Repository Site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1414740" y="1114243"/>
            <a:ext cx="1428213" cy="24073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7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492" y="2622778"/>
            <a:ext cx="7063903" cy="443877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1" y="64889"/>
            <a:ext cx="7114253" cy="43341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93354" y="125242"/>
            <a:ext cx="316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Maven Repository Site 3.0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203753" y="512962"/>
            <a:ext cx="3487098" cy="89188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870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7" y="125242"/>
            <a:ext cx="8636047" cy="47143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93354" y="125242"/>
            <a:ext cx="316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Maven Repository Site 3.0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353130" y="3614097"/>
            <a:ext cx="265370" cy="17601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7307" y="3563733"/>
            <a:ext cx="3487098" cy="89188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0" y="4987664"/>
            <a:ext cx="316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복사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5860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30" y="88423"/>
            <a:ext cx="9851010" cy="5140223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657930" y="3663727"/>
            <a:ext cx="688270" cy="17601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2995239" y="3839746"/>
            <a:ext cx="6817627" cy="13889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270933" y="5250071"/>
            <a:ext cx="3163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임의의 </a:t>
            </a:r>
            <a:r>
              <a:rPr lang="en-US" altLang="ko-KR" dirty="0" smtClean="0"/>
              <a:t>dependencies </a:t>
            </a:r>
            <a:r>
              <a:rPr lang="ko-KR" altLang="en-US" dirty="0" smtClean="0"/>
              <a:t>영역에 추가</a:t>
            </a:r>
            <a:r>
              <a:rPr lang="en-US" altLang="ko-KR" dirty="0" smtClean="0"/>
              <a:t>({} </a:t>
            </a:r>
            <a:r>
              <a:rPr lang="ko-KR" altLang="en-US" dirty="0" smtClean="0"/>
              <a:t>범위 안에</a:t>
            </a:r>
            <a:r>
              <a:rPr lang="en-US" altLang="ko-KR" dirty="0" smtClean="0"/>
              <a:t>!_)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533" y="333725"/>
            <a:ext cx="255062" cy="286944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9389533" y="361727"/>
            <a:ext cx="228600" cy="23094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303934" y="297503"/>
            <a:ext cx="1439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이 코끼리 꼭 눌러야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6481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228" y="592667"/>
            <a:ext cx="5121905" cy="301838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33"/>
            <a:ext cx="4391963" cy="5875469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117602" y="4644629"/>
            <a:ext cx="4181618" cy="20169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632847" y="2009920"/>
            <a:ext cx="487794" cy="392458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303934" y="297503"/>
            <a:ext cx="1439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이 코끼리 꼭 눌러야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5495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02" y="140073"/>
            <a:ext cx="6021574" cy="526444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2667000" y="4168380"/>
            <a:ext cx="3276600" cy="19407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2946968" y="2310937"/>
            <a:ext cx="394748" cy="25769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655108" y="686383"/>
            <a:ext cx="3163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Intelli</a:t>
            </a:r>
            <a:r>
              <a:rPr lang="en-US" altLang="ko-KR" dirty="0" smtClean="0"/>
              <a:t> J </a:t>
            </a:r>
            <a:r>
              <a:rPr lang="ko-KR" altLang="en-US" dirty="0" smtClean="0"/>
              <a:t>화면 돌아와서</a:t>
            </a:r>
            <a:endParaRPr lang="en-US" altLang="ko-KR" dirty="0" smtClean="0"/>
          </a:p>
          <a:p>
            <a:r>
              <a:rPr lang="en-US" altLang="ko-KR" dirty="0" smtClean="0"/>
              <a:t>&lt;title&gt;&lt;/title&gt; </a:t>
            </a:r>
            <a:r>
              <a:rPr lang="ko-KR" altLang="en-US" dirty="0" smtClean="0"/>
              <a:t>밑에 </a:t>
            </a:r>
            <a:endParaRPr lang="en-US" altLang="ko-KR" dirty="0" smtClean="0"/>
          </a:p>
          <a:p>
            <a:r>
              <a:rPr lang="en-US" altLang="ko-KR" dirty="0" smtClean="0"/>
              <a:t>&lt;script&gt;&lt;/script&gt; </a:t>
            </a:r>
            <a:r>
              <a:rPr lang="ko-KR" altLang="en-US" dirty="0" smtClean="0"/>
              <a:t>내용 </a:t>
            </a:r>
            <a:r>
              <a:rPr lang="ko-KR" altLang="en-US" dirty="0" err="1" smtClean="0"/>
              <a:t>복붙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4728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655108" y="686383"/>
            <a:ext cx="3163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프로젝트 진행 시 </a:t>
            </a:r>
            <a:endParaRPr lang="en-US" altLang="ko-KR" dirty="0" smtClean="0"/>
          </a:p>
          <a:p>
            <a:r>
              <a:rPr lang="en-US" altLang="ko-KR" dirty="0" smtClean="0"/>
              <a:t>Dependencies List!!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96987" cy="526059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913717" y="2859577"/>
            <a:ext cx="2683270" cy="1911928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036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64023" cy="437244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87904" y="1668458"/>
            <a:ext cx="1159366" cy="185368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185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85943" cy="6441545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677901" y="4630803"/>
            <a:ext cx="278832" cy="271397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4207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83542" cy="6402505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762567" y="4732403"/>
            <a:ext cx="278832" cy="271397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483734" y="5231936"/>
            <a:ext cx="2615065" cy="322197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672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12283" cy="4918997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11667" y="3326935"/>
            <a:ext cx="618066" cy="118997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430501" y="3241804"/>
            <a:ext cx="6349432" cy="49199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9808633" y="592202"/>
            <a:ext cx="423333" cy="21213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070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655108" y="686383"/>
            <a:ext cx="3163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프로젝트 진행 시 </a:t>
            </a:r>
            <a:endParaRPr lang="en-US" altLang="ko-KR" dirty="0" smtClean="0"/>
          </a:p>
          <a:p>
            <a:r>
              <a:rPr lang="en-US" altLang="ko-KR" dirty="0" smtClean="0"/>
              <a:t>Dependencies List!!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913717" y="2859577"/>
            <a:ext cx="2683270" cy="1911928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026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948</TotalTime>
  <Words>90</Words>
  <Application>Microsoft Office PowerPoint</Application>
  <PresentationFormat>와이드스크린</PresentationFormat>
  <Paragraphs>19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26</cp:revision>
  <dcterms:created xsi:type="dcterms:W3CDTF">2026-03-04T06:50:58Z</dcterms:created>
  <dcterms:modified xsi:type="dcterms:W3CDTF">2026-03-11T06:17:05Z</dcterms:modified>
</cp:coreProperties>
</file>