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7DD55-6E47-49EC-8CE1-7E0BBD69C2A0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A0BC1-4C3A-4145-A19A-4EAFA7F327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3104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7DD55-6E47-49EC-8CE1-7E0BBD69C2A0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A0BC1-4C3A-4145-A19A-4EAFA7F327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471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7DD55-6E47-49EC-8CE1-7E0BBD69C2A0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A0BC1-4C3A-4145-A19A-4EAFA7F327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520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7DD55-6E47-49EC-8CE1-7E0BBD69C2A0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A0BC1-4C3A-4145-A19A-4EAFA7F327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6150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7DD55-6E47-49EC-8CE1-7E0BBD69C2A0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A0BC1-4C3A-4145-A19A-4EAFA7F327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1973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7DD55-6E47-49EC-8CE1-7E0BBD69C2A0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A0BC1-4C3A-4145-A19A-4EAFA7F327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1869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7DD55-6E47-49EC-8CE1-7E0BBD69C2A0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A0BC1-4C3A-4145-A19A-4EAFA7F327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117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7DD55-6E47-49EC-8CE1-7E0BBD69C2A0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A0BC1-4C3A-4145-A19A-4EAFA7F327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1750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7DD55-6E47-49EC-8CE1-7E0BBD69C2A0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A0BC1-4C3A-4145-A19A-4EAFA7F327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4636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7DD55-6E47-49EC-8CE1-7E0BBD69C2A0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A0BC1-4C3A-4145-A19A-4EAFA7F327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928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7DD55-6E47-49EC-8CE1-7E0BBD69C2A0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A0BC1-4C3A-4145-A19A-4EAFA7F327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148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F7DD55-6E47-49EC-8CE1-7E0BBD69C2A0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9A0BC1-4C3A-4145-A19A-4EAFA7F327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6414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54" y="112161"/>
            <a:ext cx="9919624" cy="463152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770" y="1998627"/>
            <a:ext cx="3277057" cy="433448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9155208" y="112161"/>
            <a:ext cx="141192" cy="158772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/>
          <p:cNvCxnSpPr>
            <a:stCxn id="5" idx="2"/>
          </p:cNvCxnSpPr>
          <p:nvPr/>
        </p:nvCxnSpPr>
        <p:spPr>
          <a:xfrm flipH="1">
            <a:off x="5791273" y="270933"/>
            <a:ext cx="3434531" cy="47362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117111" y="5007185"/>
            <a:ext cx="2007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Open Perspective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8731874" y="3507293"/>
            <a:ext cx="1072526" cy="209573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/>
          <p:cNvCxnSpPr/>
          <p:nvPr/>
        </p:nvCxnSpPr>
        <p:spPr>
          <a:xfrm flipH="1">
            <a:off x="6959600" y="3673829"/>
            <a:ext cx="1772275" cy="19295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55671" y="5560079"/>
            <a:ext cx="2424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Java EE (default) </a:t>
            </a:r>
            <a:r>
              <a:rPr lang="ko-KR" altLang="en-US" dirty="0" smtClean="0"/>
              <a:t>클릭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4344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133265" cy="5572025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-1" y="4591028"/>
            <a:ext cx="2125133" cy="16724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0" y="5726852"/>
            <a:ext cx="4500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Servers </a:t>
            </a:r>
            <a:r>
              <a:rPr lang="ko-KR" altLang="en-US" dirty="0" smtClean="0"/>
              <a:t>탭에서 이놈 더블 클릭 하여 실행</a:t>
            </a:r>
            <a:r>
              <a:rPr lang="en-US" altLang="ko-KR" dirty="0" smtClean="0"/>
              <a:t>!</a:t>
            </a:r>
            <a:endParaRPr lang="ko-KR" altLang="en-US" dirty="0"/>
          </a:p>
        </p:txBody>
      </p:sp>
      <p:cxnSp>
        <p:nvCxnSpPr>
          <p:cNvPr id="5" name="직선 화살표 연결선 4"/>
          <p:cNvCxnSpPr/>
          <p:nvPr/>
        </p:nvCxnSpPr>
        <p:spPr>
          <a:xfrm flipH="1">
            <a:off x="1591733" y="4758268"/>
            <a:ext cx="533399" cy="9685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9560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3845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7268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7955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495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2826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1116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8219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4009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558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0245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8955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5331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5895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16</Words>
  <Application>Microsoft Office PowerPoint</Application>
  <PresentationFormat>와이드스크린</PresentationFormat>
  <Paragraphs>3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DW-203</dc:creator>
  <cp:lastModifiedBy>DW-203</cp:lastModifiedBy>
  <cp:revision>2</cp:revision>
  <dcterms:created xsi:type="dcterms:W3CDTF">2026-02-10T00:27:20Z</dcterms:created>
  <dcterms:modified xsi:type="dcterms:W3CDTF">2026-02-10T01:04:31Z</dcterms:modified>
</cp:coreProperties>
</file>